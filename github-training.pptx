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21"/>
  </p:notesMasterIdLst>
  <p:handoutMasterIdLst>
    <p:handoutMasterId r:id="rId22"/>
  </p:handoutMasterIdLst>
  <p:sldIdLst>
    <p:sldId id="256" r:id="rId5"/>
    <p:sldId id="266" r:id="rId6"/>
    <p:sldId id="267" r:id="rId7"/>
    <p:sldId id="265" r:id="rId8"/>
    <p:sldId id="264" r:id="rId9"/>
    <p:sldId id="259" r:id="rId10"/>
    <p:sldId id="269" r:id="rId11"/>
    <p:sldId id="271" r:id="rId12"/>
    <p:sldId id="270" r:id="rId13"/>
    <p:sldId id="260" r:id="rId14"/>
    <p:sldId id="272" r:id="rId15"/>
    <p:sldId id="268" r:id="rId16"/>
    <p:sldId id="273" r:id="rId17"/>
    <p:sldId id="274" r:id="rId18"/>
    <p:sldId id="275"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2DAF1B-EB1B-4BC0-87EB-C8C9EE3DB84D}" v="774" dt="2023-06-09T20:45:30.1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6357" autoAdjust="0"/>
  </p:normalViewPr>
  <p:slideViewPr>
    <p:cSldViewPr snapToGrid="0">
      <p:cViewPr varScale="1">
        <p:scale>
          <a:sx n="110" d="100"/>
          <a:sy n="110" d="100"/>
        </p:scale>
        <p:origin x="576" y="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rAngAx val="0"/>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percentStacked"/>
        <c:varyColors val="0"/>
        <c:dLbls>
          <c:showLegendKey val="0"/>
          <c:showVal val="0"/>
          <c:showCatName val="0"/>
          <c:showSerName val="0"/>
          <c:showPercent val="0"/>
          <c:showBubbleSize val="0"/>
        </c:dLbls>
        <c:gapWidth val="150"/>
        <c:shape val="box"/>
        <c:axId val="2115939599"/>
        <c:axId val="224596095"/>
        <c:axId val="0"/>
      </c:bar3DChart>
      <c:catAx>
        <c:axId val="2115939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12700" cap="flat" cmpd="sng" algn="ctr">
            <a:no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24596095"/>
        <c:crosses val="autoZero"/>
        <c:auto val="1"/>
        <c:lblAlgn val="ctr"/>
        <c:lblOffset val="100"/>
        <c:noMultiLvlLbl val="1"/>
      </c:catAx>
      <c:valAx>
        <c:axId val="224596095"/>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15939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rAngAx val="0"/>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percentStacked"/>
        <c:varyColors val="0"/>
        <c:dLbls>
          <c:showLegendKey val="0"/>
          <c:showVal val="0"/>
          <c:showCatName val="0"/>
          <c:showSerName val="0"/>
          <c:showPercent val="0"/>
          <c:showBubbleSize val="0"/>
        </c:dLbls>
        <c:gapWidth val="150"/>
        <c:shape val="box"/>
        <c:axId val="2115939599"/>
        <c:axId val="224596095"/>
        <c:axId val="0"/>
      </c:bar3DChart>
      <c:catAx>
        <c:axId val="2115939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12700" cap="flat" cmpd="sng" algn="ctr">
            <a:no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24596095"/>
        <c:crosses val="autoZero"/>
        <c:auto val="1"/>
        <c:lblAlgn val="ctr"/>
        <c:lblOffset val="100"/>
        <c:noMultiLvlLbl val="1"/>
      </c:catAx>
      <c:valAx>
        <c:axId val="224596095"/>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15939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rAngAx val="0"/>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bar"/>
        <c:grouping val="percentStacked"/>
        <c:varyColors val="0"/>
        <c:dLbls>
          <c:showLegendKey val="0"/>
          <c:showVal val="0"/>
          <c:showCatName val="0"/>
          <c:showSerName val="0"/>
          <c:showPercent val="0"/>
          <c:showBubbleSize val="0"/>
        </c:dLbls>
        <c:gapWidth val="150"/>
        <c:shape val="box"/>
        <c:axId val="2115939599"/>
        <c:axId val="224596095"/>
        <c:axId val="0"/>
      </c:bar3DChart>
      <c:catAx>
        <c:axId val="21159395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12700" cap="flat" cmpd="sng" algn="ctr">
            <a:no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24596095"/>
        <c:crosses val="autoZero"/>
        <c:auto val="1"/>
        <c:lblAlgn val="ctr"/>
        <c:lblOffset val="100"/>
        <c:noMultiLvlLbl val="1"/>
      </c:catAx>
      <c:valAx>
        <c:axId val="224596095"/>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1159395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iconchunking_colorful2">
  <dgm:title val="iconchunking_colorful2"/>
  <dgm:desc val="iconchunking_colorful2"/>
  <dgm:catLst>
    <dgm:cat type="Other" pri="2"/>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bg1"/>
    </dgm:fillClrLst>
    <dgm:linClrLst meth="repeat">
      <a:schemeClr val="lt1">
        <a:alpha val="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720856-93F0-4CC7-B7FD-2466914A11D4}" type="doc">
      <dgm:prSet loTypeId="urn:microsoft.com/office/officeart/2005/8/layout/cycle2" loCatId="cycle" qsTypeId="urn:microsoft.com/office/officeart/2005/8/quickstyle/simple4" qsCatId="simple" csTypeId="urn:microsoft.com/office/officeart/2005/8/colors/iconchunking_colorful2" csCatId="other" phldr="1"/>
      <dgm:spPr/>
    </dgm:pt>
    <dgm:pt modelId="{4AF52931-E4CA-4429-AACB-B8747CDB2409}">
      <dgm:prSet phldrT="[Text]" custT="1"/>
      <dgm:spPr/>
      <dgm:t>
        <a:bodyPr/>
        <a:lstStyle/>
        <a:p>
          <a:pPr>
            <a:defRPr cap="all"/>
          </a:pPr>
          <a:r>
            <a:rPr lang="en-US" sz="1200" b="1" dirty="0">
              <a:solidFill>
                <a:schemeClr val="tx1"/>
              </a:solidFill>
            </a:rPr>
            <a:t>Manage changes</a:t>
          </a:r>
        </a:p>
      </dgm:t>
    </dgm:pt>
    <dgm:pt modelId="{67B2FC97-2FAE-4EFE-9DEE-E4216C657F35}" type="parTrans" cxnId="{F82329C8-C3B2-4E9B-9033-528488D72705}">
      <dgm:prSet/>
      <dgm:spPr/>
      <dgm:t>
        <a:bodyPr/>
        <a:lstStyle/>
        <a:p>
          <a:endParaRPr lang="en-US" sz="1800" b="1">
            <a:solidFill>
              <a:schemeClr val="tx1"/>
            </a:solidFill>
          </a:endParaRPr>
        </a:p>
      </dgm:t>
    </dgm:pt>
    <dgm:pt modelId="{D86AF01C-9CBC-41F8-9354-48CD82BDFDC9}" type="sibTrans" cxnId="{F82329C8-C3B2-4E9B-9033-528488D72705}">
      <dgm:prSet custT="1"/>
      <dgm:spPr/>
      <dgm:t>
        <a:bodyPr/>
        <a:lstStyle/>
        <a:p>
          <a:endParaRPr lang="en-US" sz="1000" b="1" dirty="0">
            <a:solidFill>
              <a:schemeClr val="tx1"/>
            </a:solidFill>
          </a:endParaRPr>
        </a:p>
      </dgm:t>
    </dgm:pt>
    <dgm:pt modelId="{81BEB84D-9A77-49C6-9301-B3359FCAC75F}">
      <dgm:prSet phldrT="[Text]" custT="1"/>
      <dgm:spPr/>
      <dgm:t>
        <a:bodyPr/>
        <a:lstStyle/>
        <a:p>
          <a:pPr>
            <a:defRPr cap="all"/>
          </a:pPr>
          <a:r>
            <a:rPr lang="en-US" sz="1200" b="1" dirty="0">
              <a:solidFill>
                <a:schemeClr val="tx1"/>
              </a:solidFill>
            </a:rPr>
            <a:t>Collaborative Environment</a:t>
          </a:r>
        </a:p>
      </dgm:t>
    </dgm:pt>
    <dgm:pt modelId="{AE4D0D43-0332-4F79-8D35-BCD8C10758AE}" type="parTrans" cxnId="{420EF6C4-7321-43BE-A2FC-253606B1E06A}">
      <dgm:prSet/>
      <dgm:spPr/>
      <dgm:t>
        <a:bodyPr/>
        <a:lstStyle/>
        <a:p>
          <a:endParaRPr lang="en-US" sz="1800" b="1">
            <a:solidFill>
              <a:schemeClr val="tx1"/>
            </a:solidFill>
          </a:endParaRPr>
        </a:p>
      </dgm:t>
    </dgm:pt>
    <dgm:pt modelId="{5D260F18-25D2-4074-87F1-7E78DDA61C58}" type="sibTrans" cxnId="{420EF6C4-7321-43BE-A2FC-253606B1E06A}">
      <dgm:prSet custT="1"/>
      <dgm:spPr/>
      <dgm:t>
        <a:bodyPr/>
        <a:lstStyle/>
        <a:p>
          <a:endParaRPr lang="en-US" sz="1000" b="1" dirty="0">
            <a:solidFill>
              <a:schemeClr val="tx1"/>
            </a:solidFill>
          </a:endParaRPr>
        </a:p>
      </dgm:t>
    </dgm:pt>
    <dgm:pt modelId="{BFF9359E-E9B1-4B73-BACC-2C7988765B16}">
      <dgm:prSet phldrT="[Text]" custT="1"/>
      <dgm:spPr/>
      <dgm:t>
        <a:bodyPr/>
        <a:lstStyle/>
        <a:p>
          <a:pPr>
            <a:defRPr cap="all"/>
          </a:pPr>
          <a:r>
            <a:rPr lang="en-US" sz="1200" b="1" dirty="0">
              <a:solidFill>
                <a:schemeClr val="tx1"/>
              </a:solidFill>
            </a:rPr>
            <a:t>Revision History</a:t>
          </a:r>
        </a:p>
      </dgm:t>
    </dgm:pt>
    <dgm:pt modelId="{6E0A40FA-1B79-4089-8B9A-3BA22865FE4E}" type="parTrans" cxnId="{516EC545-1971-48B3-978C-4756FCDCCFD9}">
      <dgm:prSet/>
      <dgm:spPr/>
      <dgm:t>
        <a:bodyPr/>
        <a:lstStyle/>
        <a:p>
          <a:endParaRPr lang="en-US" sz="1800" b="1">
            <a:solidFill>
              <a:schemeClr val="tx1"/>
            </a:solidFill>
          </a:endParaRPr>
        </a:p>
      </dgm:t>
    </dgm:pt>
    <dgm:pt modelId="{1CEF1965-C516-4C44-BAE3-2FA3F5116930}" type="sibTrans" cxnId="{516EC545-1971-48B3-978C-4756FCDCCFD9}">
      <dgm:prSet custT="1"/>
      <dgm:spPr/>
      <dgm:t>
        <a:bodyPr/>
        <a:lstStyle/>
        <a:p>
          <a:endParaRPr lang="en-US" sz="1000" b="1" dirty="0">
            <a:solidFill>
              <a:schemeClr val="tx1"/>
            </a:solidFill>
          </a:endParaRPr>
        </a:p>
      </dgm:t>
    </dgm:pt>
    <dgm:pt modelId="{CFF0578C-D7F7-460F-9A5B-2648300DC722}" type="pres">
      <dgm:prSet presAssocID="{C7720856-93F0-4CC7-B7FD-2466914A11D4}" presName="cycle" presStyleCnt="0">
        <dgm:presLayoutVars>
          <dgm:dir/>
          <dgm:resizeHandles val="exact"/>
        </dgm:presLayoutVars>
      </dgm:prSet>
      <dgm:spPr/>
    </dgm:pt>
    <dgm:pt modelId="{8B117542-81F1-4B92-82EC-908599DD2023}" type="pres">
      <dgm:prSet presAssocID="{4AF52931-E4CA-4429-AACB-B8747CDB2409}" presName="node" presStyleLbl="node1" presStyleIdx="0" presStyleCnt="3">
        <dgm:presLayoutVars>
          <dgm:bulletEnabled val="1"/>
        </dgm:presLayoutVars>
      </dgm:prSet>
      <dgm:spPr/>
    </dgm:pt>
    <dgm:pt modelId="{67719278-2171-45C5-8BB2-FABF7B5A3B82}" type="pres">
      <dgm:prSet presAssocID="{D86AF01C-9CBC-41F8-9354-48CD82BDFDC9}" presName="sibTrans" presStyleLbl="sibTrans2D1" presStyleIdx="0" presStyleCnt="3"/>
      <dgm:spPr/>
    </dgm:pt>
    <dgm:pt modelId="{53536233-896B-4CD6-A80D-AA07A5344EF9}" type="pres">
      <dgm:prSet presAssocID="{D86AF01C-9CBC-41F8-9354-48CD82BDFDC9}" presName="connectorText" presStyleLbl="sibTrans2D1" presStyleIdx="0" presStyleCnt="3"/>
      <dgm:spPr/>
    </dgm:pt>
    <dgm:pt modelId="{12634DEF-EB28-4610-9B13-DE68830D508A}" type="pres">
      <dgm:prSet presAssocID="{81BEB84D-9A77-49C6-9301-B3359FCAC75F}" presName="node" presStyleLbl="node1" presStyleIdx="1" presStyleCnt="3">
        <dgm:presLayoutVars>
          <dgm:bulletEnabled val="1"/>
        </dgm:presLayoutVars>
      </dgm:prSet>
      <dgm:spPr/>
    </dgm:pt>
    <dgm:pt modelId="{451E4303-6F5A-46C2-8C5B-2FE1AE9ACF6C}" type="pres">
      <dgm:prSet presAssocID="{5D260F18-25D2-4074-87F1-7E78DDA61C58}" presName="sibTrans" presStyleLbl="sibTrans2D1" presStyleIdx="1" presStyleCnt="3"/>
      <dgm:spPr/>
    </dgm:pt>
    <dgm:pt modelId="{6D33CD08-0864-4178-A749-D36E082CFD38}" type="pres">
      <dgm:prSet presAssocID="{5D260F18-25D2-4074-87F1-7E78DDA61C58}" presName="connectorText" presStyleLbl="sibTrans2D1" presStyleIdx="1" presStyleCnt="3"/>
      <dgm:spPr/>
    </dgm:pt>
    <dgm:pt modelId="{50F60CD2-A400-4158-B8EA-358853D7B1C9}" type="pres">
      <dgm:prSet presAssocID="{BFF9359E-E9B1-4B73-BACC-2C7988765B16}" presName="node" presStyleLbl="node1" presStyleIdx="2" presStyleCnt="3">
        <dgm:presLayoutVars>
          <dgm:bulletEnabled val="1"/>
        </dgm:presLayoutVars>
      </dgm:prSet>
      <dgm:spPr/>
    </dgm:pt>
    <dgm:pt modelId="{D0B7038B-092B-4802-840E-2BFF28F2E64A}" type="pres">
      <dgm:prSet presAssocID="{1CEF1965-C516-4C44-BAE3-2FA3F5116930}" presName="sibTrans" presStyleLbl="sibTrans2D1" presStyleIdx="2" presStyleCnt="3"/>
      <dgm:spPr/>
    </dgm:pt>
    <dgm:pt modelId="{CE36E7EA-50B1-499B-83FF-3F87779BA0A2}" type="pres">
      <dgm:prSet presAssocID="{1CEF1965-C516-4C44-BAE3-2FA3F5116930}" presName="connectorText" presStyleLbl="sibTrans2D1" presStyleIdx="2" presStyleCnt="3"/>
      <dgm:spPr/>
    </dgm:pt>
  </dgm:ptLst>
  <dgm:cxnLst>
    <dgm:cxn modelId="{A0728000-2279-4A19-A82D-A826DB9B36C1}" type="presOf" srcId="{5D260F18-25D2-4074-87F1-7E78DDA61C58}" destId="{451E4303-6F5A-46C2-8C5B-2FE1AE9ACF6C}" srcOrd="0" destOrd="0" presId="urn:microsoft.com/office/officeart/2005/8/layout/cycle2"/>
    <dgm:cxn modelId="{CB0CD716-BE90-4C78-91C1-59C04F4FDB51}" type="presOf" srcId="{81BEB84D-9A77-49C6-9301-B3359FCAC75F}" destId="{12634DEF-EB28-4610-9B13-DE68830D508A}" srcOrd="0" destOrd="0" presId="urn:microsoft.com/office/officeart/2005/8/layout/cycle2"/>
    <dgm:cxn modelId="{EED47825-64DE-4FF4-BCE1-560F4408EBB4}" type="presOf" srcId="{5D260F18-25D2-4074-87F1-7E78DDA61C58}" destId="{6D33CD08-0864-4178-A749-D36E082CFD38}" srcOrd="1" destOrd="0" presId="urn:microsoft.com/office/officeart/2005/8/layout/cycle2"/>
    <dgm:cxn modelId="{6FF33332-DDAB-48AD-9B79-B062E942A55C}" type="presOf" srcId="{1CEF1965-C516-4C44-BAE3-2FA3F5116930}" destId="{CE36E7EA-50B1-499B-83FF-3F87779BA0A2}" srcOrd="1" destOrd="0" presId="urn:microsoft.com/office/officeart/2005/8/layout/cycle2"/>
    <dgm:cxn modelId="{516EC545-1971-48B3-978C-4756FCDCCFD9}" srcId="{C7720856-93F0-4CC7-B7FD-2466914A11D4}" destId="{BFF9359E-E9B1-4B73-BACC-2C7988765B16}" srcOrd="2" destOrd="0" parTransId="{6E0A40FA-1B79-4089-8B9A-3BA22865FE4E}" sibTransId="{1CEF1965-C516-4C44-BAE3-2FA3F5116930}"/>
    <dgm:cxn modelId="{56C92372-A108-498D-9874-AC1A6826DA72}" type="presOf" srcId="{D86AF01C-9CBC-41F8-9354-48CD82BDFDC9}" destId="{53536233-896B-4CD6-A80D-AA07A5344EF9}" srcOrd="1" destOrd="0" presId="urn:microsoft.com/office/officeart/2005/8/layout/cycle2"/>
    <dgm:cxn modelId="{7E86857E-526C-4D85-A2E5-3C8D05F48364}" type="presOf" srcId="{D86AF01C-9CBC-41F8-9354-48CD82BDFDC9}" destId="{67719278-2171-45C5-8BB2-FABF7B5A3B82}" srcOrd="0" destOrd="0" presId="urn:microsoft.com/office/officeart/2005/8/layout/cycle2"/>
    <dgm:cxn modelId="{97371ABD-A918-4AEC-AD4C-70A9070B734E}" type="presOf" srcId="{4AF52931-E4CA-4429-AACB-B8747CDB2409}" destId="{8B117542-81F1-4B92-82EC-908599DD2023}" srcOrd="0" destOrd="0" presId="urn:microsoft.com/office/officeart/2005/8/layout/cycle2"/>
    <dgm:cxn modelId="{420EF6C4-7321-43BE-A2FC-253606B1E06A}" srcId="{C7720856-93F0-4CC7-B7FD-2466914A11D4}" destId="{81BEB84D-9A77-49C6-9301-B3359FCAC75F}" srcOrd="1" destOrd="0" parTransId="{AE4D0D43-0332-4F79-8D35-BCD8C10758AE}" sibTransId="{5D260F18-25D2-4074-87F1-7E78DDA61C58}"/>
    <dgm:cxn modelId="{F82329C8-C3B2-4E9B-9033-528488D72705}" srcId="{C7720856-93F0-4CC7-B7FD-2466914A11D4}" destId="{4AF52931-E4CA-4429-AACB-B8747CDB2409}" srcOrd="0" destOrd="0" parTransId="{67B2FC97-2FAE-4EFE-9DEE-E4216C657F35}" sibTransId="{D86AF01C-9CBC-41F8-9354-48CD82BDFDC9}"/>
    <dgm:cxn modelId="{240427CE-5503-4507-9AAB-5AAB0CA5D52B}" type="presOf" srcId="{1CEF1965-C516-4C44-BAE3-2FA3F5116930}" destId="{D0B7038B-092B-4802-840E-2BFF28F2E64A}" srcOrd="0" destOrd="0" presId="urn:microsoft.com/office/officeart/2005/8/layout/cycle2"/>
    <dgm:cxn modelId="{FF3D82D2-C4A7-4774-8B1C-248DC3678276}" type="presOf" srcId="{C7720856-93F0-4CC7-B7FD-2466914A11D4}" destId="{CFF0578C-D7F7-460F-9A5B-2648300DC722}" srcOrd="0" destOrd="0" presId="urn:microsoft.com/office/officeart/2005/8/layout/cycle2"/>
    <dgm:cxn modelId="{A1A031E7-A00E-44B1-A212-67C595705CD6}" type="presOf" srcId="{BFF9359E-E9B1-4B73-BACC-2C7988765B16}" destId="{50F60CD2-A400-4158-B8EA-358853D7B1C9}" srcOrd="0" destOrd="0" presId="urn:microsoft.com/office/officeart/2005/8/layout/cycle2"/>
    <dgm:cxn modelId="{0E34F841-E9AD-4604-92E3-557E9A2E2DC8}" type="presParOf" srcId="{CFF0578C-D7F7-460F-9A5B-2648300DC722}" destId="{8B117542-81F1-4B92-82EC-908599DD2023}" srcOrd="0" destOrd="0" presId="urn:microsoft.com/office/officeart/2005/8/layout/cycle2"/>
    <dgm:cxn modelId="{E4519218-3D53-4F8D-8C4F-0C0DA02BAB8B}" type="presParOf" srcId="{CFF0578C-D7F7-460F-9A5B-2648300DC722}" destId="{67719278-2171-45C5-8BB2-FABF7B5A3B82}" srcOrd="1" destOrd="0" presId="urn:microsoft.com/office/officeart/2005/8/layout/cycle2"/>
    <dgm:cxn modelId="{3E9D4B5F-9CEF-4D23-88C4-5FF4FF3269E0}" type="presParOf" srcId="{67719278-2171-45C5-8BB2-FABF7B5A3B82}" destId="{53536233-896B-4CD6-A80D-AA07A5344EF9}" srcOrd="0" destOrd="0" presId="urn:microsoft.com/office/officeart/2005/8/layout/cycle2"/>
    <dgm:cxn modelId="{1241BBAC-69D4-456F-9605-0D846A59B72A}" type="presParOf" srcId="{CFF0578C-D7F7-460F-9A5B-2648300DC722}" destId="{12634DEF-EB28-4610-9B13-DE68830D508A}" srcOrd="2" destOrd="0" presId="urn:microsoft.com/office/officeart/2005/8/layout/cycle2"/>
    <dgm:cxn modelId="{5F1D60F0-8BA8-41A8-AC7C-92C1066D1DDD}" type="presParOf" srcId="{CFF0578C-D7F7-460F-9A5B-2648300DC722}" destId="{451E4303-6F5A-46C2-8C5B-2FE1AE9ACF6C}" srcOrd="3" destOrd="0" presId="urn:microsoft.com/office/officeart/2005/8/layout/cycle2"/>
    <dgm:cxn modelId="{8A3E6818-6B35-49E0-86C2-A442762263F6}" type="presParOf" srcId="{451E4303-6F5A-46C2-8C5B-2FE1AE9ACF6C}" destId="{6D33CD08-0864-4178-A749-D36E082CFD38}" srcOrd="0" destOrd="0" presId="urn:microsoft.com/office/officeart/2005/8/layout/cycle2"/>
    <dgm:cxn modelId="{C0E34703-C6B3-4A5D-9892-6A00CCA18C50}" type="presParOf" srcId="{CFF0578C-D7F7-460F-9A5B-2648300DC722}" destId="{50F60CD2-A400-4158-B8EA-358853D7B1C9}" srcOrd="4" destOrd="0" presId="urn:microsoft.com/office/officeart/2005/8/layout/cycle2"/>
    <dgm:cxn modelId="{02F47AFD-15BA-4F2E-B4D5-8FD507D16485}" type="presParOf" srcId="{CFF0578C-D7F7-460F-9A5B-2648300DC722}" destId="{D0B7038B-092B-4802-840E-2BFF28F2E64A}" srcOrd="5" destOrd="0" presId="urn:microsoft.com/office/officeart/2005/8/layout/cycle2"/>
    <dgm:cxn modelId="{1C2BD235-BEAA-4000-B1CB-8E2C34346DC4}" type="presParOf" srcId="{D0B7038B-092B-4802-840E-2BFF28F2E64A}" destId="{CE36E7EA-50B1-499B-83FF-3F87779BA0A2}" srcOrd="0" destOrd="0" presId="urn:microsoft.com/office/officeart/2005/8/layout/cycle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3A94A8-6190-466B-9278-AAE9DE7CE90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35B8BE12-B809-45A3-A5C2-B4A568D63F48}">
      <dgm:prSet phldrT="[Text]"/>
      <dgm:spPr/>
      <dgm:t>
        <a:bodyPr/>
        <a:lstStyle/>
        <a:p>
          <a:r>
            <a:rPr lang="en-US" dirty="0"/>
            <a:t>Centralized Server</a:t>
          </a:r>
        </a:p>
      </dgm:t>
    </dgm:pt>
    <dgm:pt modelId="{B8743D6C-BFA6-4342-AF61-E608CBB926BB}" type="parTrans" cxnId="{52C59C6C-7190-417D-BD80-F205046C9911}">
      <dgm:prSet/>
      <dgm:spPr/>
      <dgm:t>
        <a:bodyPr/>
        <a:lstStyle/>
        <a:p>
          <a:endParaRPr lang="en-US"/>
        </a:p>
      </dgm:t>
    </dgm:pt>
    <dgm:pt modelId="{FCDAAE56-D7A6-4179-B93A-653FDAF70C6E}" type="sibTrans" cxnId="{52C59C6C-7190-417D-BD80-F205046C9911}">
      <dgm:prSet/>
      <dgm:spPr/>
      <dgm:t>
        <a:bodyPr/>
        <a:lstStyle/>
        <a:p>
          <a:endParaRPr lang="en-US"/>
        </a:p>
      </dgm:t>
    </dgm:pt>
    <dgm:pt modelId="{85050C3B-F0EE-4E0A-A324-DA150F34AAE4}">
      <dgm:prSet phldrT="[Text]" custT="1"/>
      <dgm:spPr/>
      <dgm:t>
        <a:bodyPr/>
        <a:lstStyle/>
        <a:p>
          <a:r>
            <a:rPr lang="en-US" sz="2000" dirty="0"/>
            <a:t>No Atomic Commit Support</a:t>
          </a:r>
        </a:p>
      </dgm:t>
    </dgm:pt>
    <dgm:pt modelId="{E2077417-109D-4EE6-8438-31B928EB2364}" type="parTrans" cxnId="{7501129B-B28E-4425-9084-21C2FFC0C0A2}">
      <dgm:prSet/>
      <dgm:spPr/>
      <dgm:t>
        <a:bodyPr/>
        <a:lstStyle/>
        <a:p>
          <a:endParaRPr lang="en-US"/>
        </a:p>
      </dgm:t>
    </dgm:pt>
    <dgm:pt modelId="{F1BE2881-568E-4276-9CEA-AE81B26C1571}" type="sibTrans" cxnId="{7501129B-B28E-4425-9084-21C2FFC0C0A2}">
      <dgm:prSet/>
      <dgm:spPr/>
      <dgm:t>
        <a:bodyPr/>
        <a:lstStyle/>
        <a:p>
          <a:endParaRPr lang="en-US"/>
        </a:p>
      </dgm:t>
    </dgm:pt>
    <dgm:pt modelId="{DD6A5C0B-CCD8-4D2F-B9B5-DD323F4A0122}">
      <dgm:prSet phldrT="[Text]"/>
      <dgm:spPr/>
      <dgm:t>
        <a:bodyPr/>
        <a:lstStyle/>
        <a:p>
          <a:r>
            <a:rPr lang="en-US" dirty="0"/>
            <a:t>Poor Branch &amp; Tag Support</a:t>
          </a:r>
        </a:p>
      </dgm:t>
    </dgm:pt>
    <dgm:pt modelId="{1A8B39BA-2B44-4C6A-9CC9-100564564586}" type="parTrans" cxnId="{58EEF95F-00BD-42A7-A0FB-56B39A59C634}">
      <dgm:prSet/>
      <dgm:spPr/>
      <dgm:t>
        <a:bodyPr/>
        <a:lstStyle/>
        <a:p>
          <a:endParaRPr lang="en-US"/>
        </a:p>
      </dgm:t>
    </dgm:pt>
    <dgm:pt modelId="{5028233B-68E2-478E-9B10-989189A46142}" type="sibTrans" cxnId="{58EEF95F-00BD-42A7-A0FB-56B39A59C634}">
      <dgm:prSet/>
      <dgm:spPr/>
      <dgm:t>
        <a:bodyPr/>
        <a:lstStyle/>
        <a:p>
          <a:endParaRPr lang="en-US"/>
        </a:p>
      </dgm:t>
    </dgm:pt>
    <dgm:pt modelId="{509CA9BF-62AD-40BF-97A8-141D37314864}" type="pres">
      <dgm:prSet presAssocID="{1B3A94A8-6190-466B-9278-AAE9DE7CE904}" presName="Name0" presStyleCnt="0">
        <dgm:presLayoutVars>
          <dgm:dir/>
          <dgm:resizeHandles val="exact"/>
        </dgm:presLayoutVars>
      </dgm:prSet>
      <dgm:spPr/>
    </dgm:pt>
    <dgm:pt modelId="{A8E7A1C7-91E8-4523-A17B-0C4C3547D86A}" type="pres">
      <dgm:prSet presAssocID="{35B8BE12-B809-45A3-A5C2-B4A568D63F48}" presName="node" presStyleLbl="node1" presStyleIdx="0" presStyleCnt="3">
        <dgm:presLayoutVars>
          <dgm:bulletEnabled val="1"/>
        </dgm:presLayoutVars>
      </dgm:prSet>
      <dgm:spPr/>
    </dgm:pt>
    <dgm:pt modelId="{86E7459C-6ED3-48CE-AD40-FB9500E94A86}" type="pres">
      <dgm:prSet presAssocID="{FCDAAE56-D7A6-4179-B93A-653FDAF70C6E}" presName="sibTrans" presStyleCnt="0"/>
      <dgm:spPr/>
    </dgm:pt>
    <dgm:pt modelId="{ACF2E991-0408-487F-B4D5-285437B677CF}" type="pres">
      <dgm:prSet presAssocID="{85050C3B-F0EE-4E0A-A324-DA150F34AAE4}" presName="node" presStyleLbl="node1" presStyleIdx="1" presStyleCnt="3">
        <dgm:presLayoutVars>
          <dgm:bulletEnabled val="1"/>
        </dgm:presLayoutVars>
      </dgm:prSet>
      <dgm:spPr/>
    </dgm:pt>
    <dgm:pt modelId="{5423CEE0-E232-4E32-9341-F224C17EAEC2}" type="pres">
      <dgm:prSet presAssocID="{F1BE2881-568E-4276-9CEA-AE81B26C1571}" presName="sibTrans" presStyleCnt="0"/>
      <dgm:spPr/>
    </dgm:pt>
    <dgm:pt modelId="{1FF8A540-0D9A-4E45-979B-4BAD214A6F69}" type="pres">
      <dgm:prSet presAssocID="{DD6A5C0B-CCD8-4D2F-B9B5-DD323F4A0122}" presName="node" presStyleLbl="node1" presStyleIdx="2" presStyleCnt="3">
        <dgm:presLayoutVars>
          <dgm:bulletEnabled val="1"/>
        </dgm:presLayoutVars>
      </dgm:prSet>
      <dgm:spPr/>
    </dgm:pt>
  </dgm:ptLst>
  <dgm:cxnLst>
    <dgm:cxn modelId="{58EEF95F-00BD-42A7-A0FB-56B39A59C634}" srcId="{1B3A94A8-6190-466B-9278-AAE9DE7CE904}" destId="{DD6A5C0B-CCD8-4D2F-B9B5-DD323F4A0122}" srcOrd="2" destOrd="0" parTransId="{1A8B39BA-2B44-4C6A-9CC9-100564564586}" sibTransId="{5028233B-68E2-478E-9B10-989189A46142}"/>
    <dgm:cxn modelId="{C2FC5F47-B4A8-4E5A-BBD7-8234D00D5316}" type="presOf" srcId="{DD6A5C0B-CCD8-4D2F-B9B5-DD323F4A0122}" destId="{1FF8A540-0D9A-4E45-979B-4BAD214A6F69}" srcOrd="0" destOrd="0" presId="urn:microsoft.com/office/officeart/2005/8/layout/hList6"/>
    <dgm:cxn modelId="{52C59C6C-7190-417D-BD80-F205046C9911}" srcId="{1B3A94A8-6190-466B-9278-AAE9DE7CE904}" destId="{35B8BE12-B809-45A3-A5C2-B4A568D63F48}" srcOrd="0" destOrd="0" parTransId="{B8743D6C-BFA6-4342-AF61-E608CBB926BB}" sibTransId="{FCDAAE56-D7A6-4179-B93A-653FDAF70C6E}"/>
    <dgm:cxn modelId="{E823608C-95C5-430D-99A3-F207CD0AC101}" type="presOf" srcId="{85050C3B-F0EE-4E0A-A324-DA150F34AAE4}" destId="{ACF2E991-0408-487F-B4D5-285437B677CF}" srcOrd="0" destOrd="0" presId="urn:microsoft.com/office/officeart/2005/8/layout/hList6"/>
    <dgm:cxn modelId="{351F5C96-3ABC-413D-8258-31F853DC6EFC}" type="presOf" srcId="{1B3A94A8-6190-466B-9278-AAE9DE7CE904}" destId="{509CA9BF-62AD-40BF-97A8-141D37314864}" srcOrd="0" destOrd="0" presId="urn:microsoft.com/office/officeart/2005/8/layout/hList6"/>
    <dgm:cxn modelId="{7501129B-B28E-4425-9084-21C2FFC0C0A2}" srcId="{1B3A94A8-6190-466B-9278-AAE9DE7CE904}" destId="{85050C3B-F0EE-4E0A-A324-DA150F34AAE4}" srcOrd="1" destOrd="0" parTransId="{E2077417-109D-4EE6-8438-31B928EB2364}" sibTransId="{F1BE2881-568E-4276-9CEA-AE81B26C1571}"/>
    <dgm:cxn modelId="{037DACED-312D-4F55-8EFA-F4CFD3C222F7}" type="presOf" srcId="{35B8BE12-B809-45A3-A5C2-B4A568D63F48}" destId="{A8E7A1C7-91E8-4523-A17B-0C4C3547D86A}" srcOrd="0" destOrd="0" presId="urn:microsoft.com/office/officeart/2005/8/layout/hList6"/>
    <dgm:cxn modelId="{74573F5A-FB34-49DF-A456-9C82FE9DEA17}" type="presParOf" srcId="{509CA9BF-62AD-40BF-97A8-141D37314864}" destId="{A8E7A1C7-91E8-4523-A17B-0C4C3547D86A}" srcOrd="0" destOrd="0" presId="urn:microsoft.com/office/officeart/2005/8/layout/hList6"/>
    <dgm:cxn modelId="{4ED84C9B-CB84-4B00-9D70-CB6A974BAB15}" type="presParOf" srcId="{509CA9BF-62AD-40BF-97A8-141D37314864}" destId="{86E7459C-6ED3-48CE-AD40-FB9500E94A86}" srcOrd="1" destOrd="0" presId="urn:microsoft.com/office/officeart/2005/8/layout/hList6"/>
    <dgm:cxn modelId="{EC7456DF-E343-47AC-85E9-68057B05764D}" type="presParOf" srcId="{509CA9BF-62AD-40BF-97A8-141D37314864}" destId="{ACF2E991-0408-487F-B4D5-285437B677CF}" srcOrd="2" destOrd="0" presId="urn:microsoft.com/office/officeart/2005/8/layout/hList6"/>
    <dgm:cxn modelId="{FBF2BB69-67C2-492E-9331-10AEB8F91453}" type="presParOf" srcId="{509CA9BF-62AD-40BF-97A8-141D37314864}" destId="{5423CEE0-E232-4E32-9341-F224C17EAEC2}" srcOrd="3" destOrd="0" presId="urn:microsoft.com/office/officeart/2005/8/layout/hList6"/>
    <dgm:cxn modelId="{E921749F-A014-49AB-BF25-CDF3AE4606A7}" type="presParOf" srcId="{509CA9BF-62AD-40BF-97A8-141D37314864}" destId="{1FF8A540-0D9A-4E45-979B-4BAD214A6F69}" srcOrd="4" destOrd="0" presId="urn:microsoft.com/office/officeart/2005/8/layout/hList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9BCBAD-F95D-401A-B194-F2ABFDDBD70B}" type="doc">
      <dgm:prSet loTypeId="urn:microsoft.com/office/officeart/2005/8/layout/cycle2" loCatId="cycle" qsTypeId="urn:microsoft.com/office/officeart/2005/8/quickstyle/3d3" qsCatId="3D" csTypeId="urn:microsoft.com/office/officeart/2005/8/colors/accent1_2" csCatId="accent1" phldr="1"/>
      <dgm:spPr/>
      <dgm:t>
        <a:bodyPr/>
        <a:lstStyle/>
        <a:p>
          <a:endParaRPr lang="en-US"/>
        </a:p>
      </dgm:t>
    </dgm:pt>
    <dgm:pt modelId="{DFF50286-85CE-41BD-BE3F-E7484C568CE6}">
      <dgm:prSet phldrT="[Text]"/>
      <dgm:spPr/>
      <dgm:t>
        <a:bodyPr/>
        <a:lstStyle/>
        <a:p>
          <a:r>
            <a:rPr lang="en-US" dirty="0"/>
            <a:t>Make Changes:</a:t>
          </a:r>
        </a:p>
      </dgm:t>
    </dgm:pt>
    <dgm:pt modelId="{6BCB7D38-E26F-4FEA-890A-8748AF6A62D6}" type="parTrans" cxnId="{A9516F06-85C2-40D3-9F29-CEE9DB0A60AF}">
      <dgm:prSet/>
      <dgm:spPr/>
      <dgm:t>
        <a:bodyPr/>
        <a:lstStyle/>
        <a:p>
          <a:endParaRPr lang="en-US"/>
        </a:p>
      </dgm:t>
    </dgm:pt>
    <dgm:pt modelId="{A8846895-C3B0-4BA0-B93A-4A05EECDD4E5}" type="sibTrans" cxnId="{A9516F06-85C2-40D3-9F29-CEE9DB0A60AF}">
      <dgm:prSet/>
      <dgm:spPr/>
      <dgm:t>
        <a:bodyPr/>
        <a:lstStyle/>
        <a:p>
          <a:endParaRPr lang="en-US"/>
        </a:p>
      </dgm:t>
    </dgm:pt>
    <dgm:pt modelId="{B74D9412-848F-4068-95EC-D3D2427FF30F}">
      <dgm:prSet phldrT="[Text]"/>
      <dgm:spPr/>
      <dgm:t>
        <a:bodyPr/>
        <a:lstStyle/>
        <a:p>
          <a:r>
            <a:rPr lang="en-US" dirty="0"/>
            <a:t>Resolve Conflicts:</a:t>
          </a:r>
        </a:p>
      </dgm:t>
    </dgm:pt>
    <dgm:pt modelId="{1F4E5A66-38D1-45D8-A3FB-ADA67C3B5C16}" type="parTrans" cxnId="{F8E2C813-8047-4B4A-92D5-2750550906D1}">
      <dgm:prSet/>
      <dgm:spPr/>
      <dgm:t>
        <a:bodyPr/>
        <a:lstStyle/>
        <a:p>
          <a:endParaRPr lang="en-US"/>
        </a:p>
      </dgm:t>
    </dgm:pt>
    <dgm:pt modelId="{77016143-108C-43F8-A9FC-2B846606A367}" type="sibTrans" cxnId="{F8E2C813-8047-4B4A-92D5-2750550906D1}">
      <dgm:prSet/>
      <dgm:spPr/>
      <dgm:t>
        <a:bodyPr/>
        <a:lstStyle/>
        <a:p>
          <a:endParaRPr lang="en-US"/>
        </a:p>
      </dgm:t>
    </dgm:pt>
    <dgm:pt modelId="{2F8D9209-8A0C-4B63-BB0F-68FB0F99118C}">
      <dgm:prSet phldrT="[Text]"/>
      <dgm:spPr/>
      <dgm:t>
        <a:bodyPr/>
        <a:lstStyle/>
        <a:p>
          <a:r>
            <a:rPr lang="en-US" dirty="0"/>
            <a:t>Commit Changes:</a:t>
          </a:r>
        </a:p>
      </dgm:t>
    </dgm:pt>
    <dgm:pt modelId="{099BF893-0402-4319-BB0D-10C1AB3ACEE9}" type="parTrans" cxnId="{3E8E373F-C00A-4129-9954-21C2EC1F1668}">
      <dgm:prSet/>
      <dgm:spPr/>
      <dgm:t>
        <a:bodyPr/>
        <a:lstStyle/>
        <a:p>
          <a:endParaRPr lang="en-US"/>
        </a:p>
      </dgm:t>
    </dgm:pt>
    <dgm:pt modelId="{B17B1BEF-9E96-418B-BA82-4EBC565F32D9}" type="sibTrans" cxnId="{3E8E373F-C00A-4129-9954-21C2EC1F1668}">
      <dgm:prSet/>
      <dgm:spPr/>
      <dgm:t>
        <a:bodyPr/>
        <a:lstStyle/>
        <a:p>
          <a:endParaRPr lang="en-US"/>
        </a:p>
      </dgm:t>
    </dgm:pt>
    <dgm:pt modelId="{0710AC66-EA38-41AD-B3ED-7984F16859AC}">
      <dgm:prSet/>
      <dgm:spPr/>
      <dgm:t>
        <a:bodyPr/>
        <a:lstStyle/>
        <a:p>
          <a:r>
            <a:rPr lang="en-US" dirty="0"/>
            <a:t>Update Local Copy</a:t>
          </a:r>
        </a:p>
      </dgm:t>
    </dgm:pt>
    <dgm:pt modelId="{785FD8B7-0FAB-4755-A91E-1DE9F0D72401}" type="parTrans" cxnId="{1DCB8FEE-6AF9-432D-A68A-E07A90E02E89}">
      <dgm:prSet/>
      <dgm:spPr/>
      <dgm:t>
        <a:bodyPr/>
        <a:lstStyle/>
        <a:p>
          <a:endParaRPr lang="en-US"/>
        </a:p>
      </dgm:t>
    </dgm:pt>
    <dgm:pt modelId="{8D5FDF4A-1BF3-4AD8-AB8A-F3E8658C2F46}" type="sibTrans" cxnId="{1DCB8FEE-6AF9-432D-A68A-E07A90E02E89}">
      <dgm:prSet/>
      <dgm:spPr/>
      <dgm:t>
        <a:bodyPr/>
        <a:lstStyle/>
        <a:p>
          <a:endParaRPr lang="en-US"/>
        </a:p>
      </dgm:t>
    </dgm:pt>
    <dgm:pt modelId="{EBBDA5B7-160F-4BB4-8FA9-618169370DD4}" type="pres">
      <dgm:prSet presAssocID="{D39BCBAD-F95D-401A-B194-F2ABFDDBD70B}" presName="cycle" presStyleCnt="0">
        <dgm:presLayoutVars>
          <dgm:dir/>
          <dgm:resizeHandles val="exact"/>
        </dgm:presLayoutVars>
      </dgm:prSet>
      <dgm:spPr/>
    </dgm:pt>
    <dgm:pt modelId="{5F9BDDD7-67D9-44AF-A367-399FBEFD79D1}" type="pres">
      <dgm:prSet presAssocID="{0710AC66-EA38-41AD-B3ED-7984F16859AC}" presName="node" presStyleLbl="node1" presStyleIdx="0" presStyleCnt="4">
        <dgm:presLayoutVars>
          <dgm:bulletEnabled val="1"/>
        </dgm:presLayoutVars>
      </dgm:prSet>
      <dgm:spPr/>
    </dgm:pt>
    <dgm:pt modelId="{5A1F0A6A-F8FA-42A5-93B5-A75532DDC6AA}" type="pres">
      <dgm:prSet presAssocID="{8D5FDF4A-1BF3-4AD8-AB8A-F3E8658C2F46}" presName="sibTrans" presStyleLbl="sibTrans2D1" presStyleIdx="0" presStyleCnt="4"/>
      <dgm:spPr/>
    </dgm:pt>
    <dgm:pt modelId="{89732936-E385-4D68-BF42-FF638B8EFBFB}" type="pres">
      <dgm:prSet presAssocID="{8D5FDF4A-1BF3-4AD8-AB8A-F3E8658C2F46}" presName="connectorText" presStyleLbl="sibTrans2D1" presStyleIdx="0" presStyleCnt="4"/>
      <dgm:spPr/>
    </dgm:pt>
    <dgm:pt modelId="{0AE5A20F-19E4-4DB9-9597-E5D45FBA00F7}" type="pres">
      <dgm:prSet presAssocID="{DFF50286-85CE-41BD-BE3F-E7484C568CE6}" presName="node" presStyleLbl="node1" presStyleIdx="1" presStyleCnt="4" custRadScaleRad="100008" custRadScaleInc="-1589">
        <dgm:presLayoutVars>
          <dgm:bulletEnabled val="1"/>
        </dgm:presLayoutVars>
      </dgm:prSet>
      <dgm:spPr/>
    </dgm:pt>
    <dgm:pt modelId="{40A65F92-0A88-4A75-AE6A-CFBBA661E4F4}" type="pres">
      <dgm:prSet presAssocID="{A8846895-C3B0-4BA0-B93A-4A05EECDD4E5}" presName="sibTrans" presStyleLbl="sibTrans2D1" presStyleIdx="1" presStyleCnt="4"/>
      <dgm:spPr/>
    </dgm:pt>
    <dgm:pt modelId="{9C02BFC0-ACE1-4537-ACE1-898E2B96ADC2}" type="pres">
      <dgm:prSet presAssocID="{A8846895-C3B0-4BA0-B93A-4A05EECDD4E5}" presName="connectorText" presStyleLbl="sibTrans2D1" presStyleIdx="1" presStyleCnt="4"/>
      <dgm:spPr/>
    </dgm:pt>
    <dgm:pt modelId="{078ECCA0-CF83-49FE-8821-C698BBEF5587}" type="pres">
      <dgm:prSet presAssocID="{B74D9412-848F-4068-95EC-D3D2427FF30F}" presName="node" presStyleLbl="node1" presStyleIdx="2" presStyleCnt="4">
        <dgm:presLayoutVars>
          <dgm:bulletEnabled val="1"/>
        </dgm:presLayoutVars>
      </dgm:prSet>
      <dgm:spPr/>
    </dgm:pt>
    <dgm:pt modelId="{62803A5F-2987-4A3C-9D3D-6E63C11E97DE}" type="pres">
      <dgm:prSet presAssocID="{77016143-108C-43F8-A9FC-2B846606A367}" presName="sibTrans" presStyleLbl="sibTrans2D1" presStyleIdx="2" presStyleCnt="4"/>
      <dgm:spPr/>
    </dgm:pt>
    <dgm:pt modelId="{B03CE905-9B2F-4735-BB28-35353AC3441E}" type="pres">
      <dgm:prSet presAssocID="{77016143-108C-43F8-A9FC-2B846606A367}" presName="connectorText" presStyleLbl="sibTrans2D1" presStyleIdx="2" presStyleCnt="4"/>
      <dgm:spPr/>
    </dgm:pt>
    <dgm:pt modelId="{7C8A4930-769B-44CA-A6EE-19D3806F90CA}" type="pres">
      <dgm:prSet presAssocID="{2F8D9209-8A0C-4B63-BB0F-68FB0F99118C}" presName="node" presStyleLbl="node1" presStyleIdx="3" presStyleCnt="4">
        <dgm:presLayoutVars>
          <dgm:bulletEnabled val="1"/>
        </dgm:presLayoutVars>
      </dgm:prSet>
      <dgm:spPr/>
    </dgm:pt>
    <dgm:pt modelId="{0C0FA9A1-E7EF-449B-89D5-9D79D7D43D9D}" type="pres">
      <dgm:prSet presAssocID="{B17B1BEF-9E96-418B-BA82-4EBC565F32D9}" presName="sibTrans" presStyleLbl="sibTrans2D1" presStyleIdx="3" presStyleCnt="4"/>
      <dgm:spPr/>
    </dgm:pt>
    <dgm:pt modelId="{B9DD8499-C738-4D58-93E3-BBD2980CDDC1}" type="pres">
      <dgm:prSet presAssocID="{B17B1BEF-9E96-418B-BA82-4EBC565F32D9}" presName="connectorText" presStyleLbl="sibTrans2D1" presStyleIdx="3" presStyleCnt="4"/>
      <dgm:spPr/>
    </dgm:pt>
  </dgm:ptLst>
  <dgm:cxnLst>
    <dgm:cxn modelId="{A9516F06-85C2-40D3-9F29-CEE9DB0A60AF}" srcId="{D39BCBAD-F95D-401A-B194-F2ABFDDBD70B}" destId="{DFF50286-85CE-41BD-BE3F-E7484C568CE6}" srcOrd="1" destOrd="0" parTransId="{6BCB7D38-E26F-4FEA-890A-8748AF6A62D6}" sibTransId="{A8846895-C3B0-4BA0-B93A-4A05EECDD4E5}"/>
    <dgm:cxn modelId="{F8E2C813-8047-4B4A-92D5-2750550906D1}" srcId="{D39BCBAD-F95D-401A-B194-F2ABFDDBD70B}" destId="{B74D9412-848F-4068-95EC-D3D2427FF30F}" srcOrd="2" destOrd="0" parTransId="{1F4E5A66-38D1-45D8-A3FB-ADA67C3B5C16}" sibTransId="{77016143-108C-43F8-A9FC-2B846606A367}"/>
    <dgm:cxn modelId="{C6ED0E15-CACC-49B2-B7F6-C76E46302D7D}" type="presOf" srcId="{B17B1BEF-9E96-418B-BA82-4EBC565F32D9}" destId="{0C0FA9A1-E7EF-449B-89D5-9D79D7D43D9D}" srcOrd="0" destOrd="0" presId="urn:microsoft.com/office/officeart/2005/8/layout/cycle2"/>
    <dgm:cxn modelId="{3E8E373F-C00A-4129-9954-21C2EC1F1668}" srcId="{D39BCBAD-F95D-401A-B194-F2ABFDDBD70B}" destId="{2F8D9209-8A0C-4B63-BB0F-68FB0F99118C}" srcOrd="3" destOrd="0" parTransId="{099BF893-0402-4319-BB0D-10C1AB3ACEE9}" sibTransId="{B17B1BEF-9E96-418B-BA82-4EBC565F32D9}"/>
    <dgm:cxn modelId="{11E0B35B-EB26-4CF2-8084-1D2E7482DCFB}" type="presOf" srcId="{B17B1BEF-9E96-418B-BA82-4EBC565F32D9}" destId="{B9DD8499-C738-4D58-93E3-BBD2980CDDC1}" srcOrd="1" destOrd="0" presId="urn:microsoft.com/office/officeart/2005/8/layout/cycle2"/>
    <dgm:cxn modelId="{4F41804C-AA17-4645-B99F-DB5AFED5E72D}" type="presOf" srcId="{8D5FDF4A-1BF3-4AD8-AB8A-F3E8658C2F46}" destId="{5A1F0A6A-F8FA-42A5-93B5-A75532DDC6AA}" srcOrd="0" destOrd="0" presId="urn:microsoft.com/office/officeart/2005/8/layout/cycle2"/>
    <dgm:cxn modelId="{F65F334F-50CD-4188-82A0-6A36D3872564}" type="presOf" srcId="{B74D9412-848F-4068-95EC-D3D2427FF30F}" destId="{078ECCA0-CF83-49FE-8821-C698BBEF5587}" srcOrd="0" destOrd="0" presId="urn:microsoft.com/office/officeart/2005/8/layout/cycle2"/>
    <dgm:cxn modelId="{14D07D75-C076-4804-A70E-A70D7461C03D}" type="presOf" srcId="{A8846895-C3B0-4BA0-B93A-4A05EECDD4E5}" destId="{40A65F92-0A88-4A75-AE6A-CFBBA661E4F4}" srcOrd="0" destOrd="0" presId="urn:microsoft.com/office/officeart/2005/8/layout/cycle2"/>
    <dgm:cxn modelId="{C04DFB7E-C4A7-4868-927A-4CB31BFA7A07}" type="presOf" srcId="{77016143-108C-43F8-A9FC-2B846606A367}" destId="{62803A5F-2987-4A3C-9D3D-6E63C11E97DE}" srcOrd="0" destOrd="0" presId="urn:microsoft.com/office/officeart/2005/8/layout/cycle2"/>
    <dgm:cxn modelId="{B29ECA85-1EA1-4069-B155-B1E31A3EEAFB}" type="presOf" srcId="{8D5FDF4A-1BF3-4AD8-AB8A-F3E8658C2F46}" destId="{89732936-E385-4D68-BF42-FF638B8EFBFB}" srcOrd="1" destOrd="0" presId="urn:microsoft.com/office/officeart/2005/8/layout/cycle2"/>
    <dgm:cxn modelId="{2B086786-22CF-4764-B3BC-18E8BE1E763D}" type="presOf" srcId="{A8846895-C3B0-4BA0-B93A-4A05EECDD4E5}" destId="{9C02BFC0-ACE1-4537-ACE1-898E2B96ADC2}" srcOrd="1" destOrd="0" presId="urn:microsoft.com/office/officeart/2005/8/layout/cycle2"/>
    <dgm:cxn modelId="{9E344FAC-E0AE-4262-ACF2-817B04881010}" type="presOf" srcId="{2F8D9209-8A0C-4B63-BB0F-68FB0F99118C}" destId="{7C8A4930-769B-44CA-A6EE-19D3806F90CA}" srcOrd="0" destOrd="0" presId="urn:microsoft.com/office/officeart/2005/8/layout/cycle2"/>
    <dgm:cxn modelId="{34D080AE-93F8-4191-B649-EE3198EC89A2}" type="presOf" srcId="{DFF50286-85CE-41BD-BE3F-E7484C568CE6}" destId="{0AE5A20F-19E4-4DB9-9597-E5D45FBA00F7}" srcOrd="0" destOrd="0" presId="urn:microsoft.com/office/officeart/2005/8/layout/cycle2"/>
    <dgm:cxn modelId="{0B083BB5-CE61-465F-BF4F-696F2198492A}" type="presOf" srcId="{D39BCBAD-F95D-401A-B194-F2ABFDDBD70B}" destId="{EBBDA5B7-160F-4BB4-8FA9-618169370DD4}" srcOrd="0" destOrd="0" presId="urn:microsoft.com/office/officeart/2005/8/layout/cycle2"/>
    <dgm:cxn modelId="{A4F988D7-2DBA-476D-BEA7-D73C29064FE4}" type="presOf" srcId="{77016143-108C-43F8-A9FC-2B846606A367}" destId="{B03CE905-9B2F-4735-BB28-35353AC3441E}" srcOrd="1" destOrd="0" presId="urn:microsoft.com/office/officeart/2005/8/layout/cycle2"/>
    <dgm:cxn modelId="{5D50DEED-14A4-4A6D-B328-27658DA61238}" type="presOf" srcId="{0710AC66-EA38-41AD-B3ED-7984F16859AC}" destId="{5F9BDDD7-67D9-44AF-A367-399FBEFD79D1}" srcOrd="0" destOrd="0" presId="urn:microsoft.com/office/officeart/2005/8/layout/cycle2"/>
    <dgm:cxn modelId="{1DCB8FEE-6AF9-432D-A68A-E07A90E02E89}" srcId="{D39BCBAD-F95D-401A-B194-F2ABFDDBD70B}" destId="{0710AC66-EA38-41AD-B3ED-7984F16859AC}" srcOrd="0" destOrd="0" parTransId="{785FD8B7-0FAB-4755-A91E-1DE9F0D72401}" sibTransId="{8D5FDF4A-1BF3-4AD8-AB8A-F3E8658C2F46}"/>
    <dgm:cxn modelId="{BAC908DE-57EC-4FFA-B871-9425CC1A8082}" type="presParOf" srcId="{EBBDA5B7-160F-4BB4-8FA9-618169370DD4}" destId="{5F9BDDD7-67D9-44AF-A367-399FBEFD79D1}" srcOrd="0" destOrd="0" presId="urn:microsoft.com/office/officeart/2005/8/layout/cycle2"/>
    <dgm:cxn modelId="{787A32B8-DC40-42EE-A329-FAFA662C4E9F}" type="presParOf" srcId="{EBBDA5B7-160F-4BB4-8FA9-618169370DD4}" destId="{5A1F0A6A-F8FA-42A5-93B5-A75532DDC6AA}" srcOrd="1" destOrd="0" presId="urn:microsoft.com/office/officeart/2005/8/layout/cycle2"/>
    <dgm:cxn modelId="{5932B8FB-78C1-4CF3-B609-FCAD69512EAF}" type="presParOf" srcId="{5A1F0A6A-F8FA-42A5-93B5-A75532DDC6AA}" destId="{89732936-E385-4D68-BF42-FF638B8EFBFB}" srcOrd="0" destOrd="0" presId="urn:microsoft.com/office/officeart/2005/8/layout/cycle2"/>
    <dgm:cxn modelId="{89F3468C-557F-468E-9D6C-4ECE837FFA01}" type="presParOf" srcId="{EBBDA5B7-160F-4BB4-8FA9-618169370DD4}" destId="{0AE5A20F-19E4-4DB9-9597-E5D45FBA00F7}" srcOrd="2" destOrd="0" presId="urn:microsoft.com/office/officeart/2005/8/layout/cycle2"/>
    <dgm:cxn modelId="{987A3BD4-9B3F-4ABA-9471-0833D06B533E}" type="presParOf" srcId="{EBBDA5B7-160F-4BB4-8FA9-618169370DD4}" destId="{40A65F92-0A88-4A75-AE6A-CFBBA661E4F4}" srcOrd="3" destOrd="0" presId="urn:microsoft.com/office/officeart/2005/8/layout/cycle2"/>
    <dgm:cxn modelId="{6B75F81C-CC40-47A8-AEAC-C98B2076F11F}" type="presParOf" srcId="{40A65F92-0A88-4A75-AE6A-CFBBA661E4F4}" destId="{9C02BFC0-ACE1-4537-ACE1-898E2B96ADC2}" srcOrd="0" destOrd="0" presId="urn:microsoft.com/office/officeart/2005/8/layout/cycle2"/>
    <dgm:cxn modelId="{F39C812D-023E-40A8-933C-D9E76689AA0E}" type="presParOf" srcId="{EBBDA5B7-160F-4BB4-8FA9-618169370DD4}" destId="{078ECCA0-CF83-49FE-8821-C698BBEF5587}" srcOrd="4" destOrd="0" presId="urn:microsoft.com/office/officeart/2005/8/layout/cycle2"/>
    <dgm:cxn modelId="{E4C1884C-71AA-4011-B01F-9DF38664E289}" type="presParOf" srcId="{EBBDA5B7-160F-4BB4-8FA9-618169370DD4}" destId="{62803A5F-2987-4A3C-9D3D-6E63C11E97DE}" srcOrd="5" destOrd="0" presId="urn:microsoft.com/office/officeart/2005/8/layout/cycle2"/>
    <dgm:cxn modelId="{A3B5BA71-FEBC-453D-A312-435BE4C3A56C}" type="presParOf" srcId="{62803A5F-2987-4A3C-9D3D-6E63C11E97DE}" destId="{B03CE905-9B2F-4735-BB28-35353AC3441E}" srcOrd="0" destOrd="0" presId="urn:microsoft.com/office/officeart/2005/8/layout/cycle2"/>
    <dgm:cxn modelId="{43CF32C7-E802-47D7-9341-BD90221624B7}" type="presParOf" srcId="{EBBDA5B7-160F-4BB4-8FA9-618169370DD4}" destId="{7C8A4930-769B-44CA-A6EE-19D3806F90CA}" srcOrd="6" destOrd="0" presId="urn:microsoft.com/office/officeart/2005/8/layout/cycle2"/>
    <dgm:cxn modelId="{5EF8DC18-D05D-403D-B4FF-9382F3782AE8}" type="presParOf" srcId="{EBBDA5B7-160F-4BB4-8FA9-618169370DD4}" destId="{0C0FA9A1-E7EF-449B-89D5-9D79D7D43D9D}" srcOrd="7" destOrd="0" presId="urn:microsoft.com/office/officeart/2005/8/layout/cycle2"/>
    <dgm:cxn modelId="{65BB88A5-0BB4-460A-82AE-FD8A1468DEB2}" type="presParOf" srcId="{0C0FA9A1-E7EF-449B-89D5-9D79D7D43D9D}" destId="{B9DD8499-C738-4D58-93E3-BBD2980CDDC1}"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3A94A8-6190-466B-9278-AAE9DE7CE90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509CA9BF-62AD-40BF-97A8-141D37314864}" type="pres">
      <dgm:prSet presAssocID="{1B3A94A8-6190-466B-9278-AAE9DE7CE904}" presName="Name0" presStyleCnt="0">
        <dgm:presLayoutVars>
          <dgm:dir/>
          <dgm:resizeHandles val="exact"/>
        </dgm:presLayoutVars>
      </dgm:prSet>
      <dgm:spPr/>
    </dgm:pt>
  </dgm:ptLst>
  <dgm:cxnLst>
    <dgm:cxn modelId="{351F5C96-3ABC-413D-8258-31F853DC6EFC}" type="presOf" srcId="{1B3A94A8-6190-466B-9278-AAE9DE7CE904}" destId="{509CA9BF-62AD-40BF-97A8-141D37314864}" srcOrd="0" destOrd="0" presId="urn:microsoft.com/office/officeart/2005/8/layout/hList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3A94A8-6190-466B-9278-AAE9DE7CE904}"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US"/>
        </a:p>
      </dgm:t>
    </dgm:pt>
    <dgm:pt modelId="{509CA9BF-62AD-40BF-97A8-141D37314864}" type="pres">
      <dgm:prSet presAssocID="{1B3A94A8-6190-466B-9278-AAE9DE7CE904}" presName="Name0" presStyleCnt="0">
        <dgm:presLayoutVars>
          <dgm:dir/>
          <dgm:resizeHandles val="exact"/>
        </dgm:presLayoutVars>
      </dgm:prSet>
      <dgm:spPr/>
    </dgm:pt>
  </dgm:ptLst>
  <dgm:cxnLst>
    <dgm:cxn modelId="{351F5C96-3ABC-413D-8258-31F853DC6EFC}" type="presOf" srcId="{1B3A94A8-6190-466B-9278-AAE9DE7CE904}" destId="{509CA9BF-62AD-40BF-97A8-141D37314864}" srcOrd="0" destOrd="0" presId="urn:microsoft.com/office/officeart/2005/8/layout/hList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FB93378-35C8-4E2B-8141-E4C29CE4356A}" type="doc">
      <dgm:prSet loTypeId="urn:microsoft.com/office/officeart/2005/8/layout/gear1" loCatId="relationship" qsTypeId="urn:microsoft.com/office/officeart/2005/8/quickstyle/simple1" qsCatId="simple" csTypeId="urn:microsoft.com/office/officeart/2005/8/colors/accent1_2" csCatId="accent1" phldr="1"/>
      <dgm:spPr/>
    </dgm:pt>
    <dgm:pt modelId="{9116AD5A-D7E2-49E9-B3F3-9ACFC7A217E5}">
      <dgm:prSet phldrT="[Text]"/>
      <dgm:spPr/>
      <dgm:t>
        <a:bodyPr/>
        <a:lstStyle/>
        <a:p>
          <a:r>
            <a:rPr lang="en-US" dirty="0"/>
            <a:t>Increased Productivity</a:t>
          </a:r>
        </a:p>
      </dgm:t>
    </dgm:pt>
    <dgm:pt modelId="{D8176865-2814-49F9-9767-68B2EB08D2BF}" type="parTrans" cxnId="{00481408-C9FC-4C7F-AF5B-1CA439F7D9DB}">
      <dgm:prSet/>
      <dgm:spPr/>
      <dgm:t>
        <a:bodyPr/>
        <a:lstStyle/>
        <a:p>
          <a:endParaRPr lang="en-US"/>
        </a:p>
      </dgm:t>
    </dgm:pt>
    <dgm:pt modelId="{67D9BF37-E0BD-4AA5-8318-D314EEE82928}" type="sibTrans" cxnId="{00481408-C9FC-4C7F-AF5B-1CA439F7D9DB}">
      <dgm:prSet/>
      <dgm:spPr/>
      <dgm:t>
        <a:bodyPr/>
        <a:lstStyle/>
        <a:p>
          <a:endParaRPr lang="en-US"/>
        </a:p>
      </dgm:t>
    </dgm:pt>
    <dgm:pt modelId="{531F8DDA-C307-43C8-A8DC-833329FBB3CA}">
      <dgm:prSet phldrT="[Text]"/>
      <dgm:spPr/>
      <dgm:t>
        <a:bodyPr/>
        <a:lstStyle/>
        <a:p>
          <a:r>
            <a:rPr lang="en-US" dirty="0"/>
            <a:t>Code Isolation</a:t>
          </a:r>
        </a:p>
      </dgm:t>
    </dgm:pt>
    <dgm:pt modelId="{C28121E1-0E02-407C-A717-5E2BC8B8E2CB}" type="parTrans" cxnId="{3FBE507A-B5E3-424A-AF40-E13EAB13CE21}">
      <dgm:prSet/>
      <dgm:spPr/>
      <dgm:t>
        <a:bodyPr/>
        <a:lstStyle/>
        <a:p>
          <a:endParaRPr lang="en-US"/>
        </a:p>
      </dgm:t>
    </dgm:pt>
    <dgm:pt modelId="{750665EA-6C5B-4F78-B5B4-847CCA29A964}" type="sibTrans" cxnId="{3FBE507A-B5E3-424A-AF40-E13EAB13CE21}">
      <dgm:prSet/>
      <dgm:spPr/>
      <dgm:t>
        <a:bodyPr/>
        <a:lstStyle/>
        <a:p>
          <a:endParaRPr lang="en-US"/>
        </a:p>
      </dgm:t>
    </dgm:pt>
    <dgm:pt modelId="{3DD8ABA8-A2EF-428E-8673-32803A18E132}">
      <dgm:prSet phldrT="[Text]"/>
      <dgm:spPr/>
      <dgm:t>
        <a:bodyPr/>
        <a:lstStyle/>
        <a:p>
          <a:r>
            <a:rPr lang="en-US" dirty="0"/>
            <a:t>Parallel Development</a:t>
          </a:r>
        </a:p>
      </dgm:t>
    </dgm:pt>
    <dgm:pt modelId="{746B3A46-5980-4A60-A001-B02080366694}" type="sibTrans" cxnId="{A1B2832A-B1EB-4B35-B48E-F5956366683E}">
      <dgm:prSet/>
      <dgm:spPr/>
      <dgm:t>
        <a:bodyPr/>
        <a:lstStyle/>
        <a:p>
          <a:endParaRPr lang="en-US"/>
        </a:p>
      </dgm:t>
    </dgm:pt>
    <dgm:pt modelId="{7394B463-3C4A-4DA4-87C7-C1F11E9B4D74}" type="parTrans" cxnId="{A1B2832A-B1EB-4B35-B48E-F5956366683E}">
      <dgm:prSet/>
      <dgm:spPr/>
      <dgm:t>
        <a:bodyPr/>
        <a:lstStyle/>
        <a:p>
          <a:endParaRPr lang="en-US"/>
        </a:p>
      </dgm:t>
    </dgm:pt>
    <dgm:pt modelId="{AE98C827-CE74-4CDD-9781-2027290FC155}" type="pres">
      <dgm:prSet presAssocID="{4FB93378-35C8-4E2B-8141-E4C29CE4356A}" presName="composite" presStyleCnt="0">
        <dgm:presLayoutVars>
          <dgm:chMax val="3"/>
          <dgm:animLvl val="lvl"/>
          <dgm:resizeHandles val="exact"/>
        </dgm:presLayoutVars>
      </dgm:prSet>
      <dgm:spPr/>
    </dgm:pt>
    <dgm:pt modelId="{488AB8D1-8838-4ADD-8BF4-BDA095A1D97A}" type="pres">
      <dgm:prSet presAssocID="{9116AD5A-D7E2-49E9-B3F3-9ACFC7A217E5}" presName="gear1" presStyleLbl="node1" presStyleIdx="0" presStyleCnt="3">
        <dgm:presLayoutVars>
          <dgm:chMax val="1"/>
          <dgm:bulletEnabled val="1"/>
        </dgm:presLayoutVars>
      </dgm:prSet>
      <dgm:spPr/>
    </dgm:pt>
    <dgm:pt modelId="{42FE4C77-1193-40E5-BC5F-2639F17F48F0}" type="pres">
      <dgm:prSet presAssocID="{9116AD5A-D7E2-49E9-B3F3-9ACFC7A217E5}" presName="gear1srcNode" presStyleLbl="node1" presStyleIdx="0" presStyleCnt="3"/>
      <dgm:spPr/>
    </dgm:pt>
    <dgm:pt modelId="{35C1EB78-5FD5-47F9-8FB0-3CFB5E25E1D1}" type="pres">
      <dgm:prSet presAssocID="{9116AD5A-D7E2-49E9-B3F3-9ACFC7A217E5}" presName="gear1dstNode" presStyleLbl="node1" presStyleIdx="0" presStyleCnt="3"/>
      <dgm:spPr/>
    </dgm:pt>
    <dgm:pt modelId="{FC454397-FEBE-4AA4-88BF-247F5FC32DC3}" type="pres">
      <dgm:prSet presAssocID="{3DD8ABA8-A2EF-428E-8673-32803A18E132}" presName="gear2" presStyleLbl="node1" presStyleIdx="1" presStyleCnt="3">
        <dgm:presLayoutVars>
          <dgm:chMax val="1"/>
          <dgm:bulletEnabled val="1"/>
        </dgm:presLayoutVars>
      </dgm:prSet>
      <dgm:spPr/>
    </dgm:pt>
    <dgm:pt modelId="{3917CCA3-375B-4F77-BE34-457CC234DDF4}" type="pres">
      <dgm:prSet presAssocID="{3DD8ABA8-A2EF-428E-8673-32803A18E132}" presName="gear2srcNode" presStyleLbl="node1" presStyleIdx="1" presStyleCnt="3"/>
      <dgm:spPr/>
    </dgm:pt>
    <dgm:pt modelId="{B3186E4C-DA02-40CF-B39B-B189F2E7BC3E}" type="pres">
      <dgm:prSet presAssocID="{3DD8ABA8-A2EF-428E-8673-32803A18E132}" presName="gear2dstNode" presStyleLbl="node1" presStyleIdx="1" presStyleCnt="3"/>
      <dgm:spPr/>
    </dgm:pt>
    <dgm:pt modelId="{0FD48BF9-A39E-47AF-80E9-3E7C278BF0B1}" type="pres">
      <dgm:prSet presAssocID="{531F8DDA-C307-43C8-A8DC-833329FBB3CA}" presName="gear3" presStyleLbl="node1" presStyleIdx="2" presStyleCnt="3"/>
      <dgm:spPr/>
    </dgm:pt>
    <dgm:pt modelId="{8910C8E3-0D53-439C-B344-963CD756377C}" type="pres">
      <dgm:prSet presAssocID="{531F8DDA-C307-43C8-A8DC-833329FBB3CA}" presName="gear3tx" presStyleLbl="node1" presStyleIdx="2" presStyleCnt="3">
        <dgm:presLayoutVars>
          <dgm:chMax val="1"/>
          <dgm:bulletEnabled val="1"/>
        </dgm:presLayoutVars>
      </dgm:prSet>
      <dgm:spPr/>
    </dgm:pt>
    <dgm:pt modelId="{453257B2-E0FC-48D3-A740-8E894B6C6FD9}" type="pres">
      <dgm:prSet presAssocID="{531F8DDA-C307-43C8-A8DC-833329FBB3CA}" presName="gear3srcNode" presStyleLbl="node1" presStyleIdx="2" presStyleCnt="3"/>
      <dgm:spPr/>
    </dgm:pt>
    <dgm:pt modelId="{45E673C0-CD91-48CE-B770-AF805A1E7F68}" type="pres">
      <dgm:prSet presAssocID="{531F8DDA-C307-43C8-A8DC-833329FBB3CA}" presName="gear3dstNode" presStyleLbl="node1" presStyleIdx="2" presStyleCnt="3"/>
      <dgm:spPr/>
    </dgm:pt>
    <dgm:pt modelId="{A9F4B936-026D-4F59-86DC-5C475654DB2B}" type="pres">
      <dgm:prSet presAssocID="{67D9BF37-E0BD-4AA5-8318-D314EEE82928}" presName="connector1" presStyleLbl="sibTrans2D1" presStyleIdx="0" presStyleCnt="3"/>
      <dgm:spPr/>
    </dgm:pt>
    <dgm:pt modelId="{FC449E44-E685-4C52-B26E-49DFBA3CD087}" type="pres">
      <dgm:prSet presAssocID="{746B3A46-5980-4A60-A001-B02080366694}" presName="connector2" presStyleLbl="sibTrans2D1" presStyleIdx="1" presStyleCnt="3"/>
      <dgm:spPr/>
    </dgm:pt>
    <dgm:pt modelId="{F10B5A2E-7D2A-40E9-9595-108CC98FA3A6}" type="pres">
      <dgm:prSet presAssocID="{750665EA-6C5B-4F78-B5B4-847CCA29A964}" presName="connector3" presStyleLbl="sibTrans2D1" presStyleIdx="2" presStyleCnt="3"/>
      <dgm:spPr/>
    </dgm:pt>
  </dgm:ptLst>
  <dgm:cxnLst>
    <dgm:cxn modelId="{B03B4702-1964-40CB-8EC6-A443DE2BF64F}" type="presOf" srcId="{531F8DDA-C307-43C8-A8DC-833329FBB3CA}" destId="{0FD48BF9-A39E-47AF-80E9-3E7C278BF0B1}" srcOrd="0" destOrd="0" presId="urn:microsoft.com/office/officeart/2005/8/layout/gear1"/>
    <dgm:cxn modelId="{00481408-C9FC-4C7F-AF5B-1CA439F7D9DB}" srcId="{4FB93378-35C8-4E2B-8141-E4C29CE4356A}" destId="{9116AD5A-D7E2-49E9-B3F3-9ACFC7A217E5}" srcOrd="0" destOrd="0" parTransId="{D8176865-2814-49F9-9767-68B2EB08D2BF}" sibTransId="{67D9BF37-E0BD-4AA5-8318-D314EEE82928}"/>
    <dgm:cxn modelId="{D5294A0F-13DA-436D-AAA8-E7BFB401FD5D}" type="presOf" srcId="{9116AD5A-D7E2-49E9-B3F3-9ACFC7A217E5}" destId="{35C1EB78-5FD5-47F9-8FB0-3CFB5E25E1D1}" srcOrd="2" destOrd="0" presId="urn:microsoft.com/office/officeart/2005/8/layout/gear1"/>
    <dgm:cxn modelId="{A527E319-77D4-4BDF-A118-1FC60F22EF17}" type="presOf" srcId="{3DD8ABA8-A2EF-428E-8673-32803A18E132}" destId="{B3186E4C-DA02-40CF-B39B-B189F2E7BC3E}" srcOrd="2" destOrd="0" presId="urn:microsoft.com/office/officeart/2005/8/layout/gear1"/>
    <dgm:cxn modelId="{9717811B-B6CE-47DC-A362-0064F4445757}" type="presOf" srcId="{531F8DDA-C307-43C8-A8DC-833329FBB3CA}" destId="{8910C8E3-0D53-439C-B344-963CD756377C}" srcOrd="1" destOrd="0" presId="urn:microsoft.com/office/officeart/2005/8/layout/gear1"/>
    <dgm:cxn modelId="{A1B2832A-B1EB-4B35-B48E-F5956366683E}" srcId="{4FB93378-35C8-4E2B-8141-E4C29CE4356A}" destId="{3DD8ABA8-A2EF-428E-8673-32803A18E132}" srcOrd="1" destOrd="0" parTransId="{7394B463-3C4A-4DA4-87C7-C1F11E9B4D74}" sibTransId="{746B3A46-5980-4A60-A001-B02080366694}"/>
    <dgm:cxn modelId="{FDB1882C-B7C2-4506-B66F-1883F9F4716C}" type="presOf" srcId="{750665EA-6C5B-4F78-B5B4-847CCA29A964}" destId="{F10B5A2E-7D2A-40E9-9595-108CC98FA3A6}" srcOrd="0" destOrd="0" presId="urn:microsoft.com/office/officeart/2005/8/layout/gear1"/>
    <dgm:cxn modelId="{50D50F2D-1205-442C-8D58-4D8C854B4455}" type="presOf" srcId="{531F8DDA-C307-43C8-A8DC-833329FBB3CA}" destId="{45E673C0-CD91-48CE-B770-AF805A1E7F68}" srcOrd="3" destOrd="0" presId="urn:microsoft.com/office/officeart/2005/8/layout/gear1"/>
    <dgm:cxn modelId="{4C2A6440-E69D-4276-B835-956317FA6D61}" type="presOf" srcId="{4FB93378-35C8-4E2B-8141-E4C29CE4356A}" destId="{AE98C827-CE74-4CDD-9781-2027290FC155}" srcOrd="0" destOrd="0" presId="urn:microsoft.com/office/officeart/2005/8/layout/gear1"/>
    <dgm:cxn modelId="{2EB55858-03CE-447F-B072-70CEA48580A4}" type="presOf" srcId="{9116AD5A-D7E2-49E9-B3F3-9ACFC7A217E5}" destId="{488AB8D1-8838-4ADD-8BF4-BDA095A1D97A}" srcOrd="0" destOrd="0" presId="urn:microsoft.com/office/officeart/2005/8/layout/gear1"/>
    <dgm:cxn modelId="{3FBE507A-B5E3-424A-AF40-E13EAB13CE21}" srcId="{4FB93378-35C8-4E2B-8141-E4C29CE4356A}" destId="{531F8DDA-C307-43C8-A8DC-833329FBB3CA}" srcOrd="2" destOrd="0" parTransId="{C28121E1-0E02-407C-A717-5E2BC8B8E2CB}" sibTransId="{750665EA-6C5B-4F78-B5B4-847CCA29A964}"/>
    <dgm:cxn modelId="{493D6594-0043-40CA-85AA-6331D1E85581}" type="presOf" srcId="{3DD8ABA8-A2EF-428E-8673-32803A18E132}" destId="{3917CCA3-375B-4F77-BE34-457CC234DDF4}" srcOrd="1" destOrd="0" presId="urn:microsoft.com/office/officeart/2005/8/layout/gear1"/>
    <dgm:cxn modelId="{50EBC2BF-E193-4AED-9EA4-7B9853C10B31}" type="presOf" srcId="{746B3A46-5980-4A60-A001-B02080366694}" destId="{FC449E44-E685-4C52-B26E-49DFBA3CD087}" srcOrd="0" destOrd="0" presId="urn:microsoft.com/office/officeart/2005/8/layout/gear1"/>
    <dgm:cxn modelId="{7CC71CD0-441E-4671-A14A-9193D2635F1A}" type="presOf" srcId="{67D9BF37-E0BD-4AA5-8318-D314EEE82928}" destId="{A9F4B936-026D-4F59-86DC-5C475654DB2B}" srcOrd="0" destOrd="0" presId="urn:microsoft.com/office/officeart/2005/8/layout/gear1"/>
    <dgm:cxn modelId="{949961D9-B2B7-4BDA-88BB-B6C2A510EDCC}" type="presOf" srcId="{3DD8ABA8-A2EF-428E-8673-32803A18E132}" destId="{FC454397-FEBE-4AA4-88BF-247F5FC32DC3}" srcOrd="0" destOrd="0" presId="urn:microsoft.com/office/officeart/2005/8/layout/gear1"/>
    <dgm:cxn modelId="{B6B452DB-4104-4FCE-BAFF-CBC7B91711F4}" type="presOf" srcId="{531F8DDA-C307-43C8-A8DC-833329FBB3CA}" destId="{453257B2-E0FC-48D3-A740-8E894B6C6FD9}" srcOrd="2" destOrd="0" presId="urn:microsoft.com/office/officeart/2005/8/layout/gear1"/>
    <dgm:cxn modelId="{47CC82FC-F07F-47EB-9F9A-BABF03B2ED68}" type="presOf" srcId="{9116AD5A-D7E2-49E9-B3F3-9ACFC7A217E5}" destId="{42FE4C77-1193-40E5-BC5F-2639F17F48F0}" srcOrd="1" destOrd="0" presId="urn:microsoft.com/office/officeart/2005/8/layout/gear1"/>
    <dgm:cxn modelId="{0900139B-1D7E-4906-9578-29D11AF9CE0D}" type="presParOf" srcId="{AE98C827-CE74-4CDD-9781-2027290FC155}" destId="{488AB8D1-8838-4ADD-8BF4-BDA095A1D97A}" srcOrd="0" destOrd="0" presId="urn:microsoft.com/office/officeart/2005/8/layout/gear1"/>
    <dgm:cxn modelId="{C0329684-CEC7-4840-8AE4-6B8AED9B4E8E}" type="presParOf" srcId="{AE98C827-CE74-4CDD-9781-2027290FC155}" destId="{42FE4C77-1193-40E5-BC5F-2639F17F48F0}" srcOrd="1" destOrd="0" presId="urn:microsoft.com/office/officeart/2005/8/layout/gear1"/>
    <dgm:cxn modelId="{D4CAA2B9-56F0-44FD-98C0-2422BDACEDD7}" type="presParOf" srcId="{AE98C827-CE74-4CDD-9781-2027290FC155}" destId="{35C1EB78-5FD5-47F9-8FB0-3CFB5E25E1D1}" srcOrd="2" destOrd="0" presId="urn:microsoft.com/office/officeart/2005/8/layout/gear1"/>
    <dgm:cxn modelId="{394B8D4C-8777-43E9-B30B-B48E22A4417B}" type="presParOf" srcId="{AE98C827-CE74-4CDD-9781-2027290FC155}" destId="{FC454397-FEBE-4AA4-88BF-247F5FC32DC3}" srcOrd="3" destOrd="0" presId="urn:microsoft.com/office/officeart/2005/8/layout/gear1"/>
    <dgm:cxn modelId="{B012B457-3927-4B8B-B9E0-4FCDB1757729}" type="presParOf" srcId="{AE98C827-CE74-4CDD-9781-2027290FC155}" destId="{3917CCA3-375B-4F77-BE34-457CC234DDF4}" srcOrd="4" destOrd="0" presId="urn:microsoft.com/office/officeart/2005/8/layout/gear1"/>
    <dgm:cxn modelId="{86871E52-A818-4881-9665-1130D5568EBB}" type="presParOf" srcId="{AE98C827-CE74-4CDD-9781-2027290FC155}" destId="{B3186E4C-DA02-40CF-B39B-B189F2E7BC3E}" srcOrd="5" destOrd="0" presId="urn:microsoft.com/office/officeart/2005/8/layout/gear1"/>
    <dgm:cxn modelId="{63545825-9B4E-4F3D-9FBD-6894DEDCD1FA}" type="presParOf" srcId="{AE98C827-CE74-4CDD-9781-2027290FC155}" destId="{0FD48BF9-A39E-47AF-80E9-3E7C278BF0B1}" srcOrd="6" destOrd="0" presId="urn:microsoft.com/office/officeart/2005/8/layout/gear1"/>
    <dgm:cxn modelId="{6731D35B-9D84-4843-A9D4-C882CD3858F4}" type="presParOf" srcId="{AE98C827-CE74-4CDD-9781-2027290FC155}" destId="{8910C8E3-0D53-439C-B344-963CD756377C}" srcOrd="7" destOrd="0" presId="urn:microsoft.com/office/officeart/2005/8/layout/gear1"/>
    <dgm:cxn modelId="{C8869945-35AE-4AFE-B21F-734EC83FFCCB}" type="presParOf" srcId="{AE98C827-CE74-4CDD-9781-2027290FC155}" destId="{453257B2-E0FC-48D3-A740-8E894B6C6FD9}" srcOrd="8" destOrd="0" presId="urn:microsoft.com/office/officeart/2005/8/layout/gear1"/>
    <dgm:cxn modelId="{BF02F505-9B8F-4711-96E9-31788B042E93}" type="presParOf" srcId="{AE98C827-CE74-4CDD-9781-2027290FC155}" destId="{45E673C0-CD91-48CE-B770-AF805A1E7F68}" srcOrd="9" destOrd="0" presId="urn:microsoft.com/office/officeart/2005/8/layout/gear1"/>
    <dgm:cxn modelId="{9783E2FF-E17F-451C-A1E2-E12CEE4E178D}" type="presParOf" srcId="{AE98C827-CE74-4CDD-9781-2027290FC155}" destId="{A9F4B936-026D-4F59-86DC-5C475654DB2B}" srcOrd="10" destOrd="0" presId="urn:microsoft.com/office/officeart/2005/8/layout/gear1"/>
    <dgm:cxn modelId="{AD568D0B-5103-4BBA-A3AD-A4064FD0C045}" type="presParOf" srcId="{AE98C827-CE74-4CDD-9781-2027290FC155}" destId="{FC449E44-E685-4C52-B26E-49DFBA3CD087}" srcOrd="11" destOrd="0" presId="urn:microsoft.com/office/officeart/2005/8/layout/gear1"/>
    <dgm:cxn modelId="{52B2CC1C-7F71-453C-8E21-BA5252B552D9}" type="presParOf" srcId="{AE98C827-CE74-4CDD-9781-2027290FC155}" destId="{F10B5A2E-7D2A-40E9-9595-108CC98FA3A6}" srcOrd="12" destOrd="0" presId="urn:microsoft.com/office/officeart/2005/8/layout/gear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117542-81F1-4B92-82EC-908599DD2023}">
      <dsp:nvSpPr>
        <dsp:cNvPr id="0" name=""/>
        <dsp:cNvSpPr/>
      </dsp:nvSpPr>
      <dsp:spPr>
        <a:xfrm>
          <a:off x="2474872" y="1089"/>
          <a:ext cx="1862807" cy="1862807"/>
        </a:xfrm>
        <a:prstGeom prst="ellipse">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defRPr cap="all"/>
          </a:pPr>
          <a:r>
            <a:rPr lang="en-US" sz="1200" b="1" kern="1200" dirty="0">
              <a:solidFill>
                <a:schemeClr val="tx1"/>
              </a:solidFill>
            </a:rPr>
            <a:t>Manage changes</a:t>
          </a:r>
        </a:p>
      </dsp:txBody>
      <dsp:txXfrm>
        <a:off x="2747674" y="273891"/>
        <a:ext cx="1317203" cy="1317203"/>
      </dsp:txXfrm>
    </dsp:sp>
    <dsp:sp modelId="{67719278-2171-45C5-8BB2-FABF7B5A3B82}">
      <dsp:nvSpPr>
        <dsp:cNvPr id="0" name=""/>
        <dsp:cNvSpPr/>
      </dsp:nvSpPr>
      <dsp:spPr>
        <a:xfrm rot="3600000">
          <a:off x="3850969" y="1816953"/>
          <a:ext cx="494879" cy="628697"/>
        </a:xfrm>
        <a:prstGeom prst="rightArrow">
          <a:avLst>
            <a:gd name="adj1" fmla="val 60000"/>
            <a:gd name="adj2" fmla="val 50000"/>
          </a:avLst>
        </a:prstGeom>
        <a:gradFill rotWithShape="0">
          <a:gsLst>
            <a:gs pos="0">
              <a:schemeClr val="accent2">
                <a:hueOff val="0"/>
                <a:satOff val="0"/>
                <a:lumOff val="0"/>
                <a:alphaOff val="0"/>
                <a:tint val="94000"/>
                <a:satMod val="100000"/>
                <a:lumMod val="108000"/>
              </a:schemeClr>
            </a:gs>
            <a:gs pos="50000">
              <a:schemeClr val="accent2">
                <a:hueOff val="0"/>
                <a:satOff val="0"/>
                <a:lumOff val="0"/>
                <a:alphaOff val="0"/>
                <a:tint val="98000"/>
                <a:shade val="100000"/>
                <a:satMod val="100000"/>
                <a:lumMod val="100000"/>
              </a:schemeClr>
            </a:gs>
            <a:gs pos="100000">
              <a:schemeClr val="accent2">
                <a:hueOff val="0"/>
                <a:satOff val="0"/>
                <a:lumOff val="0"/>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b="1" kern="1200" dirty="0">
            <a:solidFill>
              <a:schemeClr val="tx1"/>
            </a:solidFill>
          </a:endParaRPr>
        </a:p>
      </dsp:txBody>
      <dsp:txXfrm>
        <a:off x="3888085" y="1878405"/>
        <a:ext cx="346415" cy="377219"/>
      </dsp:txXfrm>
    </dsp:sp>
    <dsp:sp modelId="{12634DEF-EB28-4610-9B13-DE68830D508A}">
      <dsp:nvSpPr>
        <dsp:cNvPr id="0" name=""/>
        <dsp:cNvSpPr/>
      </dsp:nvSpPr>
      <dsp:spPr>
        <a:xfrm>
          <a:off x="3873144" y="2422966"/>
          <a:ext cx="1862807" cy="1862807"/>
        </a:xfrm>
        <a:prstGeom prst="ellipse">
          <a:avLst/>
        </a:prstGeom>
        <a:gradFill rotWithShape="0">
          <a:gsLst>
            <a:gs pos="0">
              <a:schemeClr val="accent2">
                <a:hueOff val="-2187096"/>
                <a:satOff val="-4210"/>
                <a:lumOff val="294"/>
                <a:alphaOff val="0"/>
                <a:tint val="94000"/>
                <a:satMod val="100000"/>
                <a:lumMod val="108000"/>
              </a:schemeClr>
            </a:gs>
            <a:gs pos="50000">
              <a:schemeClr val="accent2">
                <a:hueOff val="-2187096"/>
                <a:satOff val="-4210"/>
                <a:lumOff val="294"/>
                <a:alphaOff val="0"/>
                <a:tint val="98000"/>
                <a:shade val="100000"/>
                <a:satMod val="100000"/>
                <a:lumMod val="100000"/>
              </a:schemeClr>
            </a:gs>
            <a:gs pos="100000">
              <a:schemeClr val="accent2">
                <a:hueOff val="-2187096"/>
                <a:satOff val="-4210"/>
                <a:lumOff val="294"/>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defRPr cap="all"/>
          </a:pPr>
          <a:r>
            <a:rPr lang="en-US" sz="1200" b="1" kern="1200" dirty="0">
              <a:solidFill>
                <a:schemeClr val="tx1"/>
              </a:solidFill>
            </a:rPr>
            <a:t>Collaborative Environment</a:t>
          </a:r>
        </a:p>
      </dsp:txBody>
      <dsp:txXfrm>
        <a:off x="4145946" y="2695768"/>
        <a:ext cx="1317203" cy="1317203"/>
      </dsp:txXfrm>
    </dsp:sp>
    <dsp:sp modelId="{451E4303-6F5A-46C2-8C5B-2FE1AE9ACF6C}">
      <dsp:nvSpPr>
        <dsp:cNvPr id="0" name=""/>
        <dsp:cNvSpPr/>
      </dsp:nvSpPr>
      <dsp:spPr>
        <a:xfrm rot="10800000">
          <a:off x="3172842" y="3040021"/>
          <a:ext cx="494879" cy="628697"/>
        </a:xfrm>
        <a:prstGeom prst="rightArrow">
          <a:avLst>
            <a:gd name="adj1" fmla="val 60000"/>
            <a:gd name="adj2" fmla="val 50000"/>
          </a:avLst>
        </a:prstGeom>
        <a:gradFill rotWithShape="0">
          <a:gsLst>
            <a:gs pos="0">
              <a:schemeClr val="accent2">
                <a:hueOff val="-2187096"/>
                <a:satOff val="-4210"/>
                <a:lumOff val="294"/>
                <a:alphaOff val="0"/>
                <a:tint val="94000"/>
                <a:satMod val="100000"/>
                <a:lumMod val="108000"/>
              </a:schemeClr>
            </a:gs>
            <a:gs pos="50000">
              <a:schemeClr val="accent2">
                <a:hueOff val="-2187096"/>
                <a:satOff val="-4210"/>
                <a:lumOff val="294"/>
                <a:alphaOff val="0"/>
                <a:tint val="98000"/>
                <a:shade val="100000"/>
                <a:satMod val="100000"/>
                <a:lumMod val="100000"/>
              </a:schemeClr>
            </a:gs>
            <a:gs pos="100000">
              <a:schemeClr val="accent2">
                <a:hueOff val="-2187096"/>
                <a:satOff val="-4210"/>
                <a:lumOff val="294"/>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b="1" kern="1200" dirty="0">
            <a:solidFill>
              <a:schemeClr val="tx1"/>
            </a:solidFill>
          </a:endParaRPr>
        </a:p>
      </dsp:txBody>
      <dsp:txXfrm rot="10800000">
        <a:off x="3321306" y="3165760"/>
        <a:ext cx="346415" cy="377219"/>
      </dsp:txXfrm>
    </dsp:sp>
    <dsp:sp modelId="{50F60CD2-A400-4158-B8EA-358853D7B1C9}">
      <dsp:nvSpPr>
        <dsp:cNvPr id="0" name=""/>
        <dsp:cNvSpPr/>
      </dsp:nvSpPr>
      <dsp:spPr>
        <a:xfrm>
          <a:off x="1076601" y="2422966"/>
          <a:ext cx="1862807" cy="1862807"/>
        </a:xfrm>
        <a:prstGeom prst="ellipse">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defRPr cap="all"/>
          </a:pPr>
          <a:r>
            <a:rPr lang="en-US" sz="1200" b="1" kern="1200" dirty="0">
              <a:solidFill>
                <a:schemeClr val="tx1"/>
              </a:solidFill>
            </a:rPr>
            <a:t>Revision History</a:t>
          </a:r>
        </a:p>
      </dsp:txBody>
      <dsp:txXfrm>
        <a:off x="1349403" y="2695768"/>
        <a:ext cx="1317203" cy="1317203"/>
      </dsp:txXfrm>
    </dsp:sp>
    <dsp:sp modelId="{D0B7038B-092B-4802-840E-2BFF28F2E64A}">
      <dsp:nvSpPr>
        <dsp:cNvPr id="0" name=""/>
        <dsp:cNvSpPr/>
      </dsp:nvSpPr>
      <dsp:spPr>
        <a:xfrm rot="18000000">
          <a:off x="2452697" y="1841212"/>
          <a:ext cx="494879" cy="628697"/>
        </a:xfrm>
        <a:prstGeom prst="rightArrow">
          <a:avLst>
            <a:gd name="adj1" fmla="val 60000"/>
            <a:gd name="adj2" fmla="val 50000"/>
          </a:avLst>
        </a:prstGeom>
        <a:gradFill rotWithShape="0">
          <a:gsLst>
            <a:gs pos="0">
              <a:schemeClr val="accent2">
                <a:hueOff val="-4374192"/>
                <a:satOff val="-8420"/>
                <a:lumOff val="588"/>
                <a:alphaOff val="0"/>
                <a:tint val="94000"/>
                <a:satMod val="100000"/>
                <a:lumMod val="108000"/>
              </a:schemeClr>
            </a:gs>
            <a:gs pos="50000">
              <a:schemeClr val="accent2">
                <a:hueOff val="-4374192"/>
                <a:satOff val="-8420"/>
                <a:lumOff val="588"/>
                <a:alphaOff val="0"/>
                <a:tint val="98000"/>
                <a:shade val="100000"/>
                <a:satMod val="100000"/>
                <a:lumMod val="100000"/>
              </a:schemeClr>
            </a:gs>
            <a:gs pos="100000">
              <a:schemeClr val="accent2">
                <a:hueOff val="-4374192"/>
                <a:satOff val="-8420"/>
                <a:lumOff val="588"/>
                <a:alphaOff val="0"/>
                <a:shade val="72000"/>
                <a:satMod val="120000"/>
                <a:lumMod val="100000"/>
              </a:schemeClr>
            </a:gs>
          </a:gsLst>
          <a:lin ang="5400000" scaled="0"/>
        </a:gradFill>
        <a:ln>
          <a:noFill/>
        </a:ln>
        <a:effectLst>
          <a:outerShdw blurRad="50800" dist="25400" dir="5400000" rotWithShape="0">
            <a:srgbClr val="000000">
              <a:alpha val="28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b="1" kern="1200" dirty="0">
            <a:solidFill>
              <a:schemeClr val="tx1"/>
            </a:solidFill>
          </a:endParaRPr>
        </a:p>
      </dsp:txBody>
      <dsp:txXfrm>
        <a:off x="2489813" y="2031238"/>
        <a:ext cx="346415" cy="3772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E7A1C7-91E8-4523-A17B-0C4C3547D86A}">
      <dsp:nvSpPr>
        <dsp:cNvPr id="0" name=""/>
        <dsp:cNvSpPr/>
      </dsp:nvSpPr>
      <dsp:spPr>
        <a:xfrm rot="16200000">
          <a:off x="-901312" y="901935"/>
          <a:ext cx="3424237" cy="1620366"/>
        </a:xfrm>
        <a:prstGeom prst="flowChartManualOperati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1511" bIns="0" numCol="1" spcCol="1270" anchor="ctr" anchorCtr="0">
          <a:noAutofit/>
        </a:bodyPr>
        <a:lstStyle/>
        <a:p>
          <a:pPr marL="0" lvl="0" indent="0" algn="ctr" defTabSz="977900">
            <a:lnSpc>
              <a:spcPct val="90000"/>
            </a:lnSpc>
            <a:spcBef>
              <a:spcPct val="0"/>
            </a:spcBef>
            <a:spcAft>
              <a:spcPct val="35000"/>
            </a:spcAft>
            <a:buNone/>
          </a:pPr>
          <a:r>
            <a:rPr lang="en-US" sz="2200" kern="1200" dirty="0"/>
            <a:t>Centralized Server</a:t>
          </a:r>
        </a:p>
      </dsp:txBody>
      <dsp:txXfrm rot="5400000">
        <a:off x="623" y="684847"/>
        <a:ext cx="1620366" cy="2054543"/>
      </dsp:txXfrm>
    </dsp:sp>
    <dsp:sp modelId="{ACF2E991-0408-487F-B4D5-285437B677CF}">
      <dsp:nvSpPr>
        <dsp:cNvPr id="0" name=""/>
        <dsp:cNvSpPr/>
      </dsp:nvSpPr>
      <dsp:spPr>
        <a:xfrm rot="16200000">
          <a:off x="840581" y="901935"/>
          <a:ext cx="3424237" cy="1620366"/>
        </a:xfrm>
        <a:prstGeom prst="flowChartManualOperati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90000"/>
            </a:lnSpc>
            <a:spcBef>
              <a:spcPct val="0"/>
            </a:spcBef>
            <a:spcAft>
              <a:spcPct val="35000"/>
            </a:spcAft>
            <a:buNone/>
          </a:pPr>
          <a:r>
            <a:rPr lang="en-US" sz="2000" kern="1200" dirty="0"/>
            <a:t>No Atomic Commit Support</a:t>
          </a:r>
        </a:p>
      </dsp:txBody>
      <dsp:txXfrm rot="5400000">
        <a:off x="1742516" y="684847"/>
        <a:ext cx="1620366" cy="2054543"/>
      </dsp:txXfrm>
    </dsp:sp>
    <dsp:sp modelId="{1FF8A540-0D9A-4E45-979B-4BAD214A6F69}">
      <dsp:nvSpPr>
        <dsp:cNvPr id="0" name=""/>
        <dsp:cNvSpPr/>
      </dsp:nvSpPr>
      <dsp:spPr>
        <a:xfrm rot="16200000">
          <a:off x="2582475" y="901935"/>
          <a:ext cx="3424237" cy="1620366"/>
        </a:xfrm>
        <a:prstGeom prst="flowChartManualOperation">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0" tIns="0" rIns="141511" bIns="0" numCol="1" spcCol="1270" anchor="ctr" anchorCtr="0">
          <a:noAutofit/>
        </a:bodyPr>
        <a:lstStyle/>
        <a:p>
          <a:pPr marL="0" lvl="0" indent="0" algn="ctr" defTabSz="977900">
            <a:lnSpc>
              <a:spcPct val="90000"/>
            </a:lnSpc>
            <a:spcBef>
              <a:spcPct val="0"/>
            </a:spcBef>
            <a:spcAft>
              <a:spcPct val="35000"/>
            </a:spcAft>
            <a:buNone/>
          </a:pPr>
          <a:r>
            <a:rPr lang="en-US" sz="2200" kern="1200" dirty="0"/>
            <a:t>Poor Branch &amp; Tag Support</a:t>
          </a:r>
        </a:p>
      </dsp:txBody>
      <dsp:txXfrm rot="5400000">
        <a:off x="3484410" y="684847"/>
        <a:ext cx="1620366" cy="205454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BDDD7-67D9-44AF-A367-399FBEFD79D1}">
      <dsp:nvSpPr>
        <dsp:cNvPr id="0" name=""/>
        <dsp:cNvSpPr/>
      </dsp:nvSpPr>
      <dsp:spPr>
        <a:xfrm>
          <a:off x="4434497" y="418"/>
          <a:ext cx="1495456" cy="1495456"/>
        </a:xfrm>
        <a:prstGeom prst="ellipse">
          <a:avLst/>
        </a:prstGeom>
        <a:solidFill>
          <a:schemeClr val="accent1">
            <a:hueOff val="0"/>
            <a:satOff val="0"/>
            <a:lumOff val="0"/>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Update Local Copy</a:t>
          </a:r>
        </a:p>
      </dsp:txBody>
      <dsp:txXfrm>
        <a:off x="4653501" y="219422"/>
        <a:ext cx="1057448" cy="1057448"/>
      </dsp:txXfrm>
    </dsp:sp>
    <dsp:sp modelId="{5A1F0A6A-F8FA-42A5-93B5-A75532DDC6AA}">
      <dsp:nvSpPr>
        <dsp:cNvPr id="0" name=""/>
        <dsp:cNvSpPr/>
      </dsp:nvSpPr>
      <dsp:spPr>
        <a:xfrm rot="2678409">
          <a:off x="5773473" y="1273126"/>
          <a:ext cx="391831" cy="504716"/>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5790427" y="1332771"/>
        <a:ext cx="274282" cy="302830"/>
      </dsp:txXfrm>
    </dsp:sp>
    <dsp:sp modelId="{0AE5A20F-19E4-4DB9-9597-E5D45FBA00F7}">
      <dsp:nvSpPr>
        <dsp:cNvPr id="0" name=""/>
        <dsp:cNvSpPr/>
      </dsp:nvSpPr>
      <dsp:spPr>
        <a:xfrm>
          <a:off x="6024605" y="1570678"/>
          <a:ext cx="1495456" cy="1495456"/>
        </a:xfrm>
        <a:prstGeom prst="ellipse">
          <a:avLst/>
        </a:prstGeom>
        <a:solidFill>
          <a:schemeClr val="accent1">
            <a:hueOff val="0"/>
            <a:satOff val="0"/>
            <a:lumOff val="0"/>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Make Changes:</a:t>
          </a:r>
        </a:p>
      </dsp:txBody>
      <dsp:txXfrm>
        <a:off x="6243609" y="1789682"/>
        <a:ext cx="1057448" cy="1057448"/>
      </dsp:txXfrm>
    </dsp:sp>
    <dsp:sp modelId="{40A65F92-0A88-4A75-AE6A-CFBBA661E4F4}">
      <dsp:nvSpPr>
        <dsp:cNvPr id="0" name=""/>
        <dsp:cNvSpPr/>
      </dsp:nvSpPr>
      <dsp:spPr>
        <a:xfrm rot="8078684">
          <a:off x="5782015" y="2862834"/>
          <a:ext cx="406706" cy="504716"/>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5885890" y="2920373"/>
        <a:ext cx="284694" cy="302830"/>
      </dsp:txXfrm>
    </dsp:sp>
    <dsp:sp modelId="{078ECCA0-CF83-49FE-8821-C698BBEF5587}">
      <dsp:nvSpPr>
        <dsp:cNvPr id="0" name=""/>
        <dsp:cNvSpPr/>
      </dsp:nvSpPr>
      <dsp:spPr>
        <a:xfrm>
          <a:off x="4434497" y="3180628"/>
          <a:ext cx="1495456" cy="1495456"/>
        </a:xfrm>
        <a:prstGeom prst="ellipse">
          <a:avLst/>
        </a:prstGeom>
        <a:solidFill>
          <a:schemeClr val="accent1">
            <a:hueOff val="0"/>
            <a:satOff val="0"/>
            <a:lumOff val="0"/>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Resolve Conflicts:</a:t>
          </a:r>
        </a:p>
      </dsp:txBody>
      <dsp:txXfrm>
        <a:off x="4653501" y="3399632"/>
        <a:ext cx="1057448" cy="1057448"/>
      </dsp:txXfrm>
    </dsp:sp>
    <dsp:sp modelId="{62803A5F-2987-4A3C-9D3D-6E63C11E97DE}">
      <dsp:nvSpPr>
        <dsp:cNvPr id="0" name=""/>
        <dsp:cNvSpPr/>
      </dsp:nvSpPr>
      <dsp:spPr>
        <a:xfrm rot="13500000">
          <a:off x="4195540" y="2888936"/>
          <a:ext cx="399244" cy="504716"/>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4297773" y="3032225"/>
        <a:ext cx="279471" cy="302830"/>
      </dsp:txXfrm>
    </dsp:sp>
    <dsp:sp modelId="{7C8A4930-769B-44CA-A6EE-19D3806F90CA}">
      <dsp:nvSpPr>
        <dsp:cNvPr id="0" name=""/>
        <dsp:cNvSpPr/>
      </dsp:nvSpPr>
      <dsp:spPr>
        <a:xfrm>
          <a:off x="2844391" y="1590523"/>
          <a:ext cx="1495456" cy="1495456"/>
        </a:xfrm>
        <a:prstGeom prst="ellipse">
          <a:avLst/>
        </a:prstGeom>
        <a:solidFill>
          <a:schemeClr val="accent1">
            <a:hueOff val="0"/>
            <a:satOff val="0"/>
            <a:lumOff val="0"/>
            <a:alphaOff val="0"/>
          </a:schemeClr>
        </a:solidFill>
        <a:ln>
          <a:noFill/>
        </a:ln>
        <a:effectLst>
          <a:outerShdw blurRad="50800" dist="25400" dir="5400000" rotWithShape="0">
            <a:srgbClr val="000000">
              <a:alpha val="2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Commit Changes:</a:t>
          </a:r>
        </a:p>
      </dsp:txBody>
      <dsp:txXfrm>
        <a:off x="3063395" y="1809527"/>
        <a:ext cx="1057448" cy="1057448"/>
      </dsp:txXfrm>
    </dsp:sp>
    <dsp:sp modelId="{0C0FA9A1-E7EF-449B-89D5-9D79D7D43D9D}">
      <dsp:nvSpPr>
        <dsp:cNvPr id="0" name=""/>
        <dsp:cNvSpPr/>
      </dsp:nvSpPr>
      <dsp:spPr>
        <a:xfrm rot="18900000">
          <a:off x="4179560" y="1298830"/>
          <a:ext cx="399244" cy="504716"/>
        </a:xfrm>
        <a:prstGeom prst="rightArrow">
          <a:avLst>
            <a:gd name="adj1" fmla="val 60000"/>
            <a:gd name="adj2" fmla="val 50000"/>
          </a:avLst>
        </a:prstGeom>
        <a:solidFill>
          <a:schemeClr val="accent1">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4197100" y="1442119"/>
        <a:ext cx="279471" cy="302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8AB8D1-8838-4ADD-8BF4-BDA095A1D97A}">
      <dsp:nvSpPr>
        <dsp:cNvPr id="0" name=""/>
        <dsp:cNvSpPr/>
      </dsp:nvSpPr>
      <dsp:spPr>
        <a:xfrm>
          <a:off x="4924697" y="2312125"/>
          <a:ext cx="2825931" cy="2825931"/>
        </a:xfrm>
        <a:prstGeom prst="gear9">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Increased Productivity</a:t>
          </a:r>
        </a:p>
      </dsp:txBody>
      <dsp:txXfrm>
        <a:off x="5492835" y="2974086"/>
        <a:ext cx="1689655" cy="1452587"/>
      </dsp:txXfrm>
    </dsp:sp>
    <dsp:sp modelId="{FC454397-FEBE-4AA4-88BF-247F5FC32DC3}">
      <dsp:nvSpPr>
        <dsp:cNvPr id="0" name=""/>
        <dsp:cNvSpPr/>
      </dsp:nvSpPr>
      <dsp:spPr>
        <a:xfrm>
          <a:off x="3280518" y="1644178"/>
          <a:ext cx="2055222" cy="2055222"/>
        </a:xfrm>
        <a:prstGeom prst="gear6">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Parallel Development</a:t>
          </a:r>
        </a:p>
      </dsp:txBody>
      <dsp:txXfrm>
        <a:off x="3797926" y="2164713"/>
        <a:ext cx="1020406" cy="1014152"/>
      </dsp:txXfrm>
    </dsp:sp>
    <dsp:sp modelId="{0FD48BF9-A39E-47AF-80E9-3E7C278BF0B1}">
      <dsp:nvSpPr>
        <dsp:cNvPr id="0" name=""/>
        <dsp:cNvSpPr/>
      </dsp:nvSpPr>
      <dsp:spPr>
        <a:xfrm rot="20700000">
          <a:off x="4431653" y="226284"/>
          <a:ext cx="2013698" cy="2013698"/>
        </a:xfrm>
        <a:prstGeom prst="gear6">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Code Isolation</a:t>
          </a:r>
        </a:p>
      </dsp:txBody>
      <dsp:txXfrm rot="-20700000">
        <a:off x="4873316" y="667947"/>
        <a:ext cx="1130372" cy="1130372"/>
      </dsp:txXfrm>
    </dsp:sp>
    <dsp:sp modelId="{A9F4B936-026D-4F59-86DC-5C475654DB2B}">
      <dsp:nvSpPr>
        <dsp:cNvPr id="0" name=""/>
        <dsp:cNvSpPr/>
      </dsp:nvSpPr>
      <dsp:spPr>
        <a:xfrm>
          <a:off x="4717901" y="1879700"/>
          <a:ext cx="3617192" cy="3617192"/>
        </a:xfrm>
        <a:prstGeom prst="circularArrow">
          <a:avLst>
            <a:gd name="adj1" fmla="val 4687"/>
            <a:gd name="adj2" fmla="val 299029"/>
            <a:gd name="adj3" fmla="val 2534878"/>
            <a:gd name="adj4" fmla="val 15821539"/>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C449E44-E685-4C52-B26E-49DFBA3CD087}">
      <dsp:nvSpPr>
        <dsp:cNvPr id="0" name=""/>
        <dsp:cNvSpPr/>
      </dsp:nvSpPr>
      <dsp:spPr>
        <a:xfrm>
          <a:off x="2916542" y="1185385"/>
          <a:ext cx="2628116" cy="2628116"/>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10B5A2E-7D2A-40E9-9595-108CC98FA3A6}">
      <dsp:nvSpPr>
        <dsp:cNvPr id="0" name=""/>
        <dsp:cNvSpPr/>
      </dsp:nvSpPr>
      <dsp:spPr>
        <a:xfrm>
          <a:off x="3965864" y="-218841"/>
          <a:ext cx="2833638" cy="2833638"/>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2" Type="http://schemas.openxmlformats.org/officeDocument/2006/relationships/hyperlink" Target="https://devopstraining2000.blogspot.com/2022/04/module-2-what-is-git.html" TargetMode="External"/><Relationship Id="rId1" Type="http://schemas.openxmlformats.org/officeDocument/2006/relationships/image" Target="../media/image15.png"/></Relationships>
</file>

<file path=ppt/drawings/_rels/drawing2.xml.rels><?xml version="1.0" encoding="UTF-8" standalone="yes"?>
<Relationships xmlns="http://schemas.openxmlformats.org/package/2006/relationships"><Relationship Id="rId2" Type="http://schemas.openxmlformats.org/officeDocument/2006/relationships/hyperlink" Target="https://latesthackingnews.com/2018/06/05/git-remote-execution-vulnerability-patched-in-latest-version/" TargetMode="External"/><Relationship Id="rId1" Type="http://schemas.openxmlformats.org/officeDocument/2006/relationships/image" Target="../media/image22.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3" name="Picture 2" descr="A picture containing text, screenshot, font, design&#10;&#10;Description automatically generated">
          <a:extLst xmlns:a="http://schemas.openxmlformats.org/drawingml/2006/main">
            <a:ext uri="{FF2B5EF4-FFF2-40B4-BE49-F238E27FC236}">
              <a16:creationId xmlns:a16="http://schemas.microsoft.com/office/drawing/2014/main" id="{D93CDB36-B3D9-1978-EC06-D7F7B3DE0D1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837473B0-CC2E-450A-ABE3-18F120FF3D39}">
              <a1611:picAttrSrcUrl xmlns:a1611="http://schemas.microsoft.com/office/drawing/2016/11/main" r:id="rId2"/>
            </a:ext>
          </a:extLst>
        </a:blip>
        <a:stretch xmlns:a="http://schemas.openxmlformats.org/drawingml/2006/main">
          <a:fillRect/>
        </a:stretch>
      </cdr:blipFill>
      <cdr:spPr>
        <a:xfrm xmlns:a="http://schemas.openxmlformats.org/drawingml/2006/main">
          <a:off x="0" y="0"/>
          <a:ext cx="16173450" cy="7143750"/>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4" name="Picture 3" descr="A diagram of a computer system&#10;&#10;Description automatically generated with low confidence">
          <a:extLst xmlns:a="http://schemas.openxmlformats.org/drawingml/2006/main">
            <a:ext uri="{FF2B5EF4-FFF2-40B4-BE49-F238E27FC236}">
              <a16:creationId xmlns:a16="http://schemas.microsoft.com/office/drawing/2014/main" id="{9E57D73B-FFCE-BC38-D816-D6726729931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extLst>
            <a:ext uri="{837473B0-CC2E-450A-ABE3-18F120FF3D39}">
              <a1611:picAttrSrcUrl xmlns:a1611="http://schemas.microsoft.com/office/drawing/2016/11/main" r:id="rId2"/>
            </a:ext>
          </a:extLst>
        </a:blip>
        <a:stretch xmlns:a="http://schemas.openxmlformats.org/drawingml/2006/main">
          <a:fillRect/>
        </a:stretch>
      </cdr:blipFill>
      <cdr:spPr>
        <a:xfrm xmlns:a="http://schemas.openxmlformats.org/drawingml/2006/main">
          <a:off x="0" y="0"/>
          <a:ext cx="16173450" cy="10696575"/>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AEF700-9B0B-4359-8356-DCE7EE4E41C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B9BF05B-06DB-4EC8-B476-CF95F9BD85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3D6361-1E3C-4214-95E1-B8DE93421F8F}" type="datetimeFigureOut">
              <a:rPr lang="en-US" smtClean="0"/>
              <a:t>6/9/2023</a:t>
            </a:fld>
            <a:endParaRPr lang="en-US" dirty="0"/>
          </a:p>
        </p:txBody>
      </p:sp>
      <p:sp>
        <p:nvSpPr>
          <p:cNvPr id="4" name="Footer Placeholder 3">
            <a:extLst>
              <a:ext uri="{FF2B5EF4-FFF2-40B4-BE49-F238E27FC236}">
                <a16:creationId xmlns:a16="http://schemas.microsoft.com/office/drawing/2014/main" id="{6321952E-79CD-4E03-AAEB-C22680419E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3DCA65F-8548-4E36-8331-FD471638BD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CE0281-66A0-46B8-BDE2-AEF0C7453753}" type="slidenum">
              <a:rPr lang="en-US" smtClean="0"/>
              <a:t>‹#›</a:t>
            </a:fld>
            <a:endParaRPr lang="en-US" dirty="0"/>
          </a:p>
        </p:txBody>
      </p:sp>
    </p:spTree>
    <p:extLst>
      <p:ext uri="{BB962C8B-B14F-4D97-AF65-F5344CB8AC3E}">
        <p14:creationId xmlns:p14="http://schemas.microsoft.com/office/powerpoint/2010/main" val="655735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9CFFA-1E2F-4435-8DD6-9B5CC3FF4505}" type="datetimeFigureOut">
              <a:rPr lang="en-US" smtClean="0"/>
              <a:t>6/9/2023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ED1C-4656-4CF8-AD34-DC4A65BB3913}" type="slidenum">
              <a:rPr lang="en-US" smtClean="0"/>
              <a:t>‹#›</a:t>
            </a:fld>
            <a:endParaRPr lang="en-US" dirty="0"/>
          </a:p>
        </p:txBody>
      </p:sp>
    </p:spTree>
    <p:extLst>
      <p:ext uri="{BB962C8B-B14F-4D97-AF65-F5344CB8AC3E}">
        <p14:creationId xmlns:p14="http://schemas.microsoft.com/office/powerpoint/2010/main" val="3895429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Good morning/afternoon everyone. Thank you for joining us today. For those who don’t know me, my name is Christopher Deo and I’m the one responsible for migrating our code from SVN to GitHub.  Since some of us may not have used github before I put together this presentation to help bring everyone up to speed.  In the first part of this presentation, we will be delving into the world of version control systems and specifically comparing Subversion (SVN) and Git/GitHub.</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a:t>
            </a:fld>
            <a:endParaRPr lang="en-US" dirty="0"/>
          </a:p>
        </p:txBody>
      </p:sp>
    </p:spTree>
    <p:extLst>
      <p:ext uri="{BB962C8B-B14F-4D97-AF65-F5344CB8AC3E}">
        <p14:creationId xmlns:p14="http://schemas.microsoft.com/office/powerpoint/2010/main" val="2040842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As an experience developer, you already know the value of a quality version control system. Version control is an essential tool for managing changes to source code, documents, and other files in collaborative projects. They allow teams to track modifications, maintain a history of changes, and facilitate collaboration among team members. Perhaps most importantly, they give you an easy way to roll back changes if/when things go amiss, not that that ever happens here, right?  The two most commonly used version control systems are SVN and Git, each with its own unique characteristics and advantages.</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2</a:t>
            </a:fld>
            <a:endParaRPr lang="en-US" dirty="0"/>
          </a:p>
        </p:txBody>
      </p:sp>
    </p:spTree>
    <p:extLst>
      <p:ext uri="{BB962C8B-B14F-4D97-AF65-F5344CB8AC3E}">
        <p14:creationId xmlns:p14="http://schemas.microsoft.com/office/powerpoint/2010/main" val="1535845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Throughout this presentation, we will explore the differences between SVN and Git, their respective workflows, collaboration features, and the benefits they offer to development teams. So, let's dive in and discover what sets these version control systems apart.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3</a:t>
            </a:fld>
            <a:endParaRPr lang="en-US" dirty="0"/>
          </a:p>
        </p:txBody>
      </p:sp>
    </p:spTree>
    <p:extLst>
      <p:ext uri="{BB962C8B-B14F-4D97-AF65-F5344CB8AC3E}">
        <p14:creationId xmlns:p14="http://schemas.microsoft.com/office/powerpoint/2010/main" val="76886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Before we delve into the differences between SVN and Git/GitHub, let's start with a brief overview of version control systems.</a:t>
            </a:r>
          </a:p>
          <a:p>
            <a:pPr marL="0" marR="0">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 version control system is a software tool that helps teams manage changes to source code, documents, and other files in a collaborative environment. It acts as a centralized repository, keeping track of all modifications made to files and providing a historical record of changes.</a:t>
            </a:r>
          </a:p>
          <a:p>
            <a:pPr marL="0" marR="0">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An effective version control system allows teams  to work simultaneously on the same files without conflicts. </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4</a:t>
            </a:fld>
            <a:endParaRPr lang="en-US" dirty="0"/>
          </a:p>
        </p:txBody>
      </p:sp>
    </p:spTree>
    <p:extLst>
      <p:ext uri="{BB962C8B-B14F-4D97-AF65-F5344CB8AC3E}">
        <p14:creationId xmlns:p14="http://schemas.microsoft.com/office/powerpoint/2010/main" val="3453078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In today's presentation, we will be focusing on two popular VCS options: Subversion, commonly known as SVN, and Git.  Git can be used with a number of cloud-based repository storage solutions such as GitHub,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BitBucket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Gitlab, and AWS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CodeCommit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Here at CRL, we are using GITHUB so that is the focus of this presentation.  While both SVN and GIT serve the same purpose of version control, they differ in their underlying architecture and workflows.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5</a:t>
            </a:fld>
            <a:endParaRPr lang="en-US" dirty="0"/>
          </a:p>
        </p:txBody>
      </p:sp>
    </p:spTree>
    <p:extLst>
      <p:ext uri="{BB962C8B-B14F-4D97-AF65-F5344CB8AC3E}">
        <p14:creationId xmlns:p14="http://schemas.microsoft.com/office/powerpoint/2010/main" val="643230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SVN is a centralized version control system.</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In SVN, all files and their versions are stored in a central repository. This means that there is a single, authoritative source of truth for the project. When team members want to access files or make changes, they need to connect to the central repository.</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centralized architecture in SVN offers certain benefits. It provides a clear hierarchy of project files and allows for controlled access and permissions. Additionally, it facilitates a linear history of changes, making it easier to track modifications and understand the progression of the project.</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6</a:t>
            </a:fld>
            <a:endParaRPr lang="en-US" dirty="0"/>
          </a:p>
        </p:txBody>
      </p:sp>
    </p:spTree>
    <p:extLst>
      <p:ext uri="{BB962C8B-B14F-4D97-AF65-F5344CB8AC3E}">
        <p14:creationId xmlns:p14="http://schemas.microsoft.com/office/powerpoint/2010/main" val="470719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5294293"/>
          </a:xfrm>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Centralized Architecture: SVN follows a centralized model where the repository resides on a central server. This means that every operation (commit, update, etc.) requires communication with the central server. This can introduce a single point of failure and dependency on network connectivity.</a:t>
            </a:r>
          </a:p>
          <a:p>
            <a:endParaRPr lang="en-US" dirty="0"/>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Lack of Atomic Commits: SVN does not provide atomic commits by default. In SVN, a commit can be a combination of multiple changes, and if the commit fails midway, it can leave the repository in an inconsistent state. This can be problematic when dealing with large codebases or when multiple developers are working on the same project simultaneously.</a:t>
            </a:r>
          </a:p>
          <a:p>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Limited Branch and Tag Support: SVN's branch and tag mechanisms are not as lightweight and flexible as those in Git. Creating branches and tags in SVN involves creating physical copies of directories, which can impact repository size and performance.</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7</a:t>
            </a:fld>
            <a:endParaRPr lang="en-US" dirty="0"/>
          </a:p>
        </p:txBody>
      </p:sp>
    </p:spTree>
    <p:extLst>
      <p:ext uri="{BB962C8B-B14F-4D97-AF65-F5344CB8AC3E}">
        <p14:creationId xmlns:p14="http://schemas.microsoft.com/office/powerpoint/2010/main" val="1258697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1. Update Local Copy:</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Team members start by updating their local copies to the latest version from the central repository.</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This ensures that they have the most up-to-date code and can work on the latest changes made by other team members.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The update command synchronizes the local copy with the central repository, pulling in any new changes.</a:t>
            </a:r>
          </a:p>
          <a:p>
            <a:pPr marL="0" marR="0">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2. Make Changes: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After updating their local copy, team members can make changes to the files they are working on.</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They can modify existing code, add new files, or delete unnecessary files as needed.</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SVN allows developers to work on multiple files simultaneously, maintaining a consistent project structure.</a:t>
            </a:r>
          </a:p>
          <a:p>
            <a:pPr marL="0" marR="0">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3. Resolve Conflicts: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Conflicts may arise when multiple team members try to modify the same file simultaneously.</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A conflict occurs when SVN cannot automatically merge the changes due to conflicting modifications in the same part of a file.</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Team members need to resolve these conflicts manually by carefully reviewing the conflicting sections and making necessary adjustments.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SVN provides tools to help identify and resolve conflicts, allowing team members to collaborate effectively.</a:t>
            </a:r>
          </a:p>
          <a:p>
            <a:pPr marL="0" marR="0">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4. Commit Changes: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Once the changes are made and any conflicts are resolved, team members can commit their changes to the central repository.</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The commit operation sends the modified files and related metadata to the central repository, recording the changes made.</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 It's essential to provide a meaningful commit message that describes the changes made, aiding in future reference, and understanding.</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8</a:t>
            </a:fld>
            <a:endParaRPr lang="en-US" dirty="0"/>
          </a:p>
        </p:txBody>
      </p:sp>
    </p:spTree>
    <p:extLst>
      <p:ext uri="{BB962C8B-B14F-4D97-AF65-F5344CB8AC3E}">
        <p14:creationId xmlns:p14="http://schemas.microsoft.com/office/powerpoint/2010/main" val="32897640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284663"/>
          </a:xfrm>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Now let’s talk about git and github.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Git is a distributed version control system that allows each team member to have their own local copy of the entire repository, including the full history of the project.</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With Git, team members can work independently on their local copies, making it easier to experiment, make changes, and iterate without impacting others. This decentralized approach gives developers greater flexibility and freedom.</a:t>
            </a:r>
          </a:p>
          <a:p>
            <a:endParaRPr lang="en-US" dirty="0"/>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To facilitate collaboration and remote team workflows, Git is often paired with platforms like GitHub. GitHub acts as a centralized remote repository that enables team members to share and synchronize their local changes, collaborate on code reviews, and manage project workflows.</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9</a:t>
            </a:fld>
            <a:endParaRPr lang="en-US" dirty="0"/>
          </a:p>
        </p:txBody>
      </p:sp>
    </p:spTree>
    <p:extLst>
      <p:ext uri="{BB962C8B-B14F-4D97-AF65-F5344CB8AC3E}">
        <p14:creationId xmlns:p14="http://schemas.microsoft.com/office/powerpoint/2010/main" val="2587687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In Git/GitHub, team members start by cloning the repository, which creates a complete local copy of the project, including its entire history. This allows each team member to work independently on their local copy.</a:t>
            </a:r>
          </a:p>
          <a:p>
            <a:endParaRPr lang="en-US" dirty="0"/>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Once team members have their local copies, they can make changes, such as adding new features or fixing bugs, directly within their local environment. This independence allows for parallel development, with team members working on different features simultaneously.</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10</a:t>
            </a:fld>
            <a:endParaRPr lang="en-US" dirty="0"/>
          </a:p>
        </p:txBody>
      </p:sp>
    </p:spTree>
    <p:extLst>
      <p:ext uri="{BB962C8B-B14F-4D97-AF65-F5344CB8AC3E}">
        <p14:creationId xmlns:p14="http://schemas.microsoft.com/office/powerpoint/2010/main" val="3929177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284664"/>
          </a:xfrm>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To organize their work and maintain a clean codebase, team members can create branches. Branches act as separate workspaces where specific features or bug fixes can be developed without impacting the main branch.</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11</a:t>
            </a:fld>
            <a:endParaRPr lang="en-US" dirty="0"/>
          </a:p>
        </p:txBody>
      </p:sp>
    </p:spTree>
    <p:extLst>
      <p:ext uri="{BB962C8B-B14F-4D97-AF65-F5344CB8AC3E}">
        <p14:creationId xmlns:p14="http://schemas.microsoft.com/office/powerpoint/2010/main" val="1517807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After completing their changes on a branch, team members can merge their work back into the main branch, often referred to as the "master" or "main" branch. This merging process combines the changes made in the branch with the main branch, ensuring that the latest features and bug fixes are incorporated into the project.</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12</a:t>
            </a:fld>
            <a:endParaRPr lang="en-US" dirty="0"/>
          </a:p>
        </p:txBody>
      </p:sp>
    </p:spTree>
    <p:extLst>
      <p:ext uri="{BB962C8B-B14F-4D97-AF65-F5344CB8AC3E}">
        <p14:creationId xmlns:p14="http://schemas.microsoft.com/office/powerpoint/2010/main" val="1435200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2253638"/>
          </a:xfrm>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Git/GitHub provides powerful collaboration features, such as pull requests, which allow team members to propose and review changes before merging them into the main branch. This facilitates code review and helps maintain code quality and consistency.</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13</a:t>
            </a:fld>
            <a:endParaRPr lang="en-US" dirty="0"/>
          </a:p>
        </p:txBody>
      </p:sp>
    </p:spTree>
    <p:extLst>
      <p:ext uri="{BB962C8B-B14F-4D97-AF65-F5344CB8AC3E}">
        <p14:creationId xmlns:p14="http://schemas.microsoft.com/office/powerpoint/2010/main" val="1664643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284664"/>
          </a:xfrm>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One of the key strengths of Git and GitHub lies in their collaboration and branching capabilities.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[Transition to next slide]</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Git/GitHub allows multiple team members to work on different branches simultaneously without conflicts. Each branch represents a separate workspace where team members can make changes independently.</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[Transition to next slide]</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This branching approach provides several benefits. Firstly, it allows developers to isolate their changes within a specific branch, preventing interference with the main codebase until the changes are fully tested and approved.</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14</a:t>
            </a:fld>
            <a:endParaRPr lang="en-US" dirty="0"/>
          </a:p>
        </p:txBody>
      </p:sp>
    </p:spTree>
    <p:extLst>
      <p:ext uri="{BB962C8B-B14F-4D97-AF65-F5344CB8AC3E}">
        <p14:creationId xmlns:p14="http://schemas.microsoft.com/office/powerpoint/2010/main" val="3042994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Additionally, branching enables parallel development, allowing team members to work on different features or bug fixes concurrently. This can significantly increase productivity and reduce development time.</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15</a:t>
            </a:fld>
            <a:endParaRPr lang="en-US" dirty="0"/>
          </a:p>
        </p:txBody>
      </p:sp>
    </p:spTree>
    <p:extLst>
      <p:ext uri="{BB962C8B-B14F-4D97-AF65-F5344CB8AC3E}">
        <p14:creationId xmlns:p14="http://schemas.microsoft.com/office/powerpoint/2010/main" val="1071370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Let's recap the main points we've discussed today regarding SVN and Git/GitHub.</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Both SVN and Git/GitHub are popular version control systems used by development teams worldwide. However, they differ in their architectures, workflows, and collaboration features.</a:t>
            </a:r>
          </a:p>
          <a:p>
            <a:pPr marL="0" marR="0">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SVN operates on a centralized model, with a central repository storing all files and their versions. On the other hand, Git/GitHub utilizes a distributed model, allowing each team member to have their own complete local copy of the repository.</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We explored the workflows in SVN, where team members update their local copies, make changes, and commit them to the central repository. In Git/GitHub, team members clone the repository, create branches for independent work, and merge changes back into the main branch.</a:t>
            </a:r>
          </a:p>
          <a:p>
            <a:pPr marL="0" marR="0">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In conclusion, both SVN and Git/GitHub have their strengths and suitability depending on the project and team dynamics. Understanding these differences will enable you to make an informed decision and choose the most suitable version control system for your specific needs.</a:t>
            </a: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99EDED1C-4656-4CF8-AD34-DC4A65BB3913}" type="slidenum">
              <a:rPr lang="en-US" smtClean="0"/>
              <a:t>16</a:t>
            </a:fld>
            <a:endParaRPr lang="en-US" dirty="0"/>
          </a:p>
        </p:txBody>
      </p:sp>
    </p:spTree>
    <p:extLst>
      <p:ext uri="{BB962C8B-B14F-4D97-AF65-F5344CB8AC3E}">
        <p14:creationId xmlns:p14="http://schemas.microsoft.com/office/powerpoint/2010/main" val="33476233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87403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62707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75351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164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024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13326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53794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5185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82491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76979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24229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31610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213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8399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7418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39669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5640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24972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tint val="90000"/>
                <a:lumMod val="110000"/>
              </a:schemeClr>
            </a:gs>
            <a:gs pos="100000">
              <a:schemeClr val="bg1">
                <a:shade val="64000"/>
                <a:lumMod val="88000"/>
              </a:schemeClr>
            </a:gs>
          </a:gsLst>
          <a:lin ang="5400000" scaled="0"/>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6/9/2023</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5226178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705"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hyperlink" Target="https://digitalvarys.com/introduction-to-version-control-systems/"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1.png"/><Relationship Id="rId7" Type="http://schemas.openxmlformats.org/officeDocument/2006/relationships/diagramLayout" Target="../diagrams/layout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Data" Target="../diagrams/data1.xml"/><Relationship Id="rId5" Type="http://schemas.openxmlformats.org/officeDocument/2006/relationships/image" Target="../media/image7.jpeg"/><Relationship Id="rId10" Type="http://schemas.microsoft.com/office/2007/relationships/diagramDrawing" Target="../diagrams/drawing1.xml"/><Relationship Id="rId4" Type="http://schemas.openxmlformats.org/officeDocument/2006/relationships/image" Target="../media/image3.png"/><Relationship Id="rId9" Type="http://schemas.openxmlformats.org/officeDocument/2006/relationships/diagramColors" Target="../diagrams/colors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jpe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microsoft.com/office/2007/relationships/hdphoto" Target="../media/hdphoto1.wdp"/><Relationship Id="rId5" Type="http://schemas.openxmlformats.org/officeDocument/2006/relationships/image" Target="../media/image10.png"/><Relationship Id="rId10" Type="http://schemas.openxmlformats.org/officeDocument/2006/relationships/hyperlink" Target="http://stackoverflow.com/questions/19695127/git-workflow-review" TargetMode="External"/><Relationship Id="rId4" Type="http://schemas.openxmlformats.org/officeDocument/2006/relationships/image" Target="../media/image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diagramLayout" Target="../diagrams/layout2.xml"/><Relationship Id="rId12" Type="http://schemas.openxmlformats.org/officeDocument/2006/relationships/image" Target="../media/image17.svg"/><Relationship Id="rId2" Type="http://schemas.openxmlformats.org/officeDocument/2006/relationships/notesSlide" Target="../notesSlides/notesSlide7.xml"/><Relationship Id="rId16" Type="http://schemas.openxmlformats.org/officeDocument/2006/relationships/image" Target="../media/image21.svg"/><Relationship Id="rId1" Type="http://schemas.openxmlformats.org/officeDocument/2006/relationships/slideLayout" Target="../slideLayouts/slideLayout4.xml"/><Relationship Id="rId6" Type="http://schemas.openxmlformats.org/officeDocument/2006/relationships/diagramData" Target="../diagrams/data2.xml"/><Relationship Id="rId11" Type="http://schemas.openxmlformats.org/officeDocument/2006/relationships/image" Target="../media/image16.png"/><Relationship Id="rId5" Type="http://schemas.openxmlformats.org/officeDocument/2006/relationships/image" Target="../media/image7.jpeg"/><Relationship Id="rId15" Type="http://schemas.openxmlformats.org/officeDocument/2006/relationships/image" Target="../media/image20.png"/><Relationship Id="rId10" Type="http://schemas.microsoft.com/office/2007/relationships/diagramDrawing" Target="../diagrams/drawing2.xml"/><Relationship Id="rId4" Type="http://schemas.openxmlformats.org/officeDocument/2006/relationships/image" Target="../media/image3.png"/><Relationship Id="rId9" Type="http://schemas.openxmlformats.org/officeDocument/2006/relationships/diagramColors" Target="../diagrams/colors2.xml"/><Relationship Id="rId14" Type="http://schemas.openxmlformats.org/officeDocument/2006/relationships/image" Target="../media/image19.sv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hyperlink" Target="https://www.zbw-mediatalk.eu/de/2015/09/github-und-social-coding-neue-formen-der-softwareentwicklung-und-distribution-als-chance/" TargetMode="External"/><Relationship Id="rId5" Type="http://schemas.openxmlformats.org/officeDocument/2006/relationships/image" Target="../media/image23.jpg"/><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changsiyuan.github.io/2015/04/26/2015-4-26-gitlab-explain/"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4.xml"/><Relationship Id="rId13" Type="http://schemas.openxmlformats.org/officeDocument/2006/relationships/hyperlink" Target="http://stackoverflow.com/questions/19695127/git-workflow-review" TargetMode="External"/><Relationship Id="rId3" Type="http://schemas.openxmlformats.org/officeDocument/2006/relationships/image" Target="../media/image1.png"/><Relationship Id="rId7" Type="http://schemas.openxmlformats.org/officeDocument/2006/relationships/diagramLayout" Target="../diagrams/layout4.xml"/><Relationship Id="rId12" Type="http://schemas.microsoft.com/office/2007/relationships/hdphoto" Target="../media/hdphoto2.wdp"/><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diagramData" Target="../diagrams/data4.xml"/><Relationship Id="rId11" Type="http://schemas.openxmlformats.org/officeDocument/2006/relationships/image" Target="../media/image27.png"/><Relationship Id="rId5" Type="http://schemas.openxmlformats.org/officeDocument/2006/relationships/image" Target="../media/image7.jpeg"/><Relationship Id="rId10" Type="http://schemas.microsoft.com/office/2007/relationships/diagramDrawing" Target="../diagrams/drawing4.xml"/><Relationship Id="rId4" Type="http://schemas.openxmlformats.org/officeDocument/2006/relationships/image" Target="../media/image3.png"/><Relationship Id="rId9" Type="http://schemas.openxmlformats.org/officeDocument/2006/relationships/diagramColors" Target="../diagrams/colors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hyperlink" Target="https://cessor.blogspot.com/2018/03/git-y-github-conceptos-basicos.html" TargetMode="External"/><Relationship Id="rId5" Type="http://schemas.openxmlformats.org/officeDocument/2006/relationships/image" Target="../media/image28.PNG"/><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hyperlink" Target="https://bluefletch.com/take-aways-from-a-friday-code-review/" TargetMode="Externa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1.png"/><Relationship Id="rId7" Type="http://schemas.openxmlformats.org/officeDocument/2006/relationships/diagramLayout" Target="../diagrams/layout5.xml"/><Relationship Id="rId12" Type="http://schemas.openxmlformats.org/officeDocument/2006/relationships/hyperlink" Target="http://www.duperrin.com/english/2013/05/21/social-collaboration-in-europe-leadership-and-misunderstandings/"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diagramData" Target="../diagrams/data5.xml"/><Relationship Id="rId11" Type="http://schemas.openxmlformats.org/officeDocument/2006/relationships/image" Target="../media/image30.png"/><Relationship Id="rId5" Type="http://schemas.openxmlformats.org/officeDocument/2006/relationships/image" Target="../media/image7.jpeg"/><Relationship Id="rId10" Type="http://schemas.microsoft.com/office/2007/relationships/diagramDrawing" Target="../diagrams/drawing5.xml"/><Relationship Id="rId4" Type="http://schemas.openxmlformats.org/officeDocument/2006/relationships/image" Target="../media/image3.png"/><Relationship Id="rId9" Type="http://schemas.openxmlformats.org/officeDocument/2006/relationships/diagramColors" Target="../diagrams/colors5.xml"/></Relationships>
</file>

<file path=ppt/slides/_rels/slide1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4.png"/><Relationship Id="rId7" Type="http://schemas.openxmlformats.org/officeDocument/2006/relationships/diagramColors" Target="../diagrams/colors6.xml"/><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6.xml.rels><?xml version="1.0" encoding="UTF-8" standalone="yes"?>
<Relationships xmlns="http://schemas.openxmlformats.org/package/2006/relationships"><Relationship Id="rId8" Type="http://schemas.openxmlformats.org/officeDocument/2006/relationships/hyperlink" Target="https://creativecommons.org/licenses/by/3.0/" TargetMode="External"/><Relationship Id="rId3" Type="http://schemas.openxmlformats.org/officeDocument/2006/relationships/image" Target="../media/image1.png"/><Relationship Id="rId7" Type="http://schemas.openxmlformats.org/officeDocument/2006/relationships/hyperlink" Target="https://www.flickr.com/photos/smemon/5982116039"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1.jpg"/><Relationship Id="rId5" Type="http://schemas.openxmlformats.org/officeDocument/2006/relationships/image" Target="../media/image2.pn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391C69-E52F-4DC0-B51A-0DABC548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2">
            <a:extLst>
              <a:ext uri="{FF2B5EF4-FFF2-40B4-BE49-F238E27FC236}">
                <a16:creationId xmlns:a16="http://schemas.microsoft.com/office/drawing/2014/main" id="{C3C7ED6A-DE7F-4002-9699-B659DE5512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048390FD-448E-4FF2-AEE8-C46960568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59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Petri Dish">
            <a:extLst>
              <a:ext uri="{FF2B5EF4-FFF2-40B4-BE49-F238E27FC236}">
                <a16:creationId xmlns:a16="http://schemas.microsoft.com/office/drawing/2014/main" id="{D16B27C4-A9C2-4AC4-9DD3-88F63F48E83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357274" y="10"/>
            <a:ext cx="4834726" cy="6857990"/>
          </a:xfrm>
          <a:prstGeom prst="rect">
            <a:avLst/>
          </a:prstGeom>
        </p:spPr>
      </p:pic>
      <p:pic>
        <p:nvPicPr>
          <p:cNvPr id="16" name="Picture 15">
            <a:extLst>
              <a:ext uri="{FF2B5EF4-FFF2-40B4-BE49-F238E27FC236}">
                <a16:creationId xmlns:a16="http://schemas.microsoft.com/office/drawing/2014/main" id="{0BD259F2-A289-4420-B3EB-BBC6A904FC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BE7596B-F237-47DD-989E-9D8B0B49B4BB}"/>
              </a:ext>
            </a:extLst>
          </p:cNvPr>
          <p:cNvSpPr>
            <a:spLocks noGrp="1"/>
          </p:cNvSpPr>
          <p:nvPr>
            <p:ph type="ctrTitle"/>
          </p:nvPr>
        </p:nvSpPr>
        <p:spPr>
          <a:xfrm>
            <a:off x="981075" y="1358901"/>
            <a:ext cx="5280026" cy="2730498"/>
          </a:xfrm>
        </p:spPr>
        <p:txBody>
          <a:bodyPr>
            <a:normAutofit/>
          </a:bodyPr>
          <a:lstStyle/>
          <a:p>
            <a:r>
              <a:rPr lang="en-US" dirty="0">
                <a:solidFill>
                  <a:schemeClr val="tx1">
                    <a:lumMod val="65000"/>
                    <a:lumOff val="35000"/>
                  </a:schemeClr>
                </a:solidFill>
              </a:rPr>
              <a:t>Beyond </a:t>
            </a:r>
            <a:br>
              <a:rPr lang="en-US" dirty="0">
                <a:solidFill>
                  <a:schemeClr val="tx1">
                    <a:lumMod val="65000"/>
                    <a:lumOff val="35000"/>
                  </a:schemeClr>
                </a:solidFill>
              </a:rPr>
            </a:br>
            <a:r>
              <a:rPr lang="en-US" dirty="0">
                <a:solidFill>
                  <a:schemeClr val="tx1">
                    <a:lumMod val="65000"/>
                    <a:lumOff val="35000"/>
                  </a:schemeClr>
                </a:solidFill>
              </a:rPr>
              <a:t>SVN:</a:t>
            </a:r>
          </a:p>
        </p:txBody>
      </p:sp>
      <p:sp>
        <p:nvSpPr>
          <p:cNvPr id="3" name="Subtitle 2">
            <a:extLst>
              <a:ext uri="{FF2B5EF4-FFF2-40B4-BE49-F238E27FC236}">
                <a16:creationId xmlns:a16="http://schemas.microsoft.com/office/drawing/2014/main" id="{6063915B-82A1-4F1C-B5C6-3E18DDD97232}"/>
              </a:ext>
            </a:extLst>
          </p:cNvPr>
          <p:cNvSpPr>
            <a:spLocks noGrp="1"/>
          </p:cNvSpPr>
          <p:nvPr>
            <p:ph type="subTitle" idx="1"/>
          </p:nvPr>
        </p:nvSpPr>
        <p:spPr>
          <a:xfrm>
            <a:off x="981075" y="4165600"/>
            <a:ext cx="5280027" cy="1371599"/>
          </a:xfrm>
        </p:spPr>
        <p:txBody>
          <a:bodyPr>
            <a:normAutofit/>
          </a:bodyPr>
          <a:lstStyle/>
          <a:p>
            <a:r>
              <a:rPr lang="en-US" dirty="0"/>
              <a:t>Harnessing the power of git and github for agile development</a:t>
            </a:r>
          </a:p>
        </p:txBody>
      </p:sp>
    </p:spTree>
    <p:extLst>
      <p:ext uri="{BB962C8B-B14F-4D97-AF65-F5344CB8AC3E}">
        <p14:creationId xmlns:p14="http://schemas.microsoft.com/office/powerpoint/2010/main" val="264202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E2A2D-3C93-EADE-41B7-4859ED265591}"/>
              </a:ext>
            </a:extLst>
          </p:cNvPr>
          <p:cNvSpPr>
            <a:spLocks noGrp="1"/>
          </p:cNvSpPr>
          <p:nvPr>
            <p:ph type="title"/>
          </p:nvPr>
        </p:nvSpPr>
        <p:spPr/>
        <p:txBody>
          <a:bodyPr/>
          <a:lstStyle/>
          <a:p>
            <a:endParaRPr lang="en-US"/>
          </a:p>
        </p:txBody>
      </p:sp>
      <p:pic>
        <p:nvPicPr>
          <p:cNvPr id="5" name="Content Placeholder 4" descr="A picture containing text, screenshot, font">
            <a:extLst>
              <a:ext uri="{FF2B5EF4-FFF2-40B4-BE49-F238E27FC236}">
                <a16:creationId xmlns:a16="http://schemas.microsoft.com/office/drawing/2014/main" id="{2E127FC8-8932-DC4C-0877-1324A26D6967}"/>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tretch>
            <a:fillRect/>
          </a:stretch>
        </p:blipFill>
        <p:spPr>
          <a:xfrm>
            <a:off x="320040" y="0"/>
            <a:ext cx="11551920" cy="6824913"/>
          </a:xfrm>
          <a:prstGeom prst="rect">
            <a:avLst/>
          </a:prstGeom>
          <a:ln>
            <a:noFill/>
          </a:ln>
          <a:effectLst>
            <a:softEdge rad="112500"/>
          </a:effectLst>
        </p:spPr>
      </p:pic>
    </p:spTree>
    <p:extLst>
      <p:ext uri="{BB962C8B-B14F-4D97-AF65-F5344CB8AC3E}">
        <p14:creationId xmlns:p14="http://schemas.microsoft.com/office/powerpoint/2010/main" val="3560404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080C3-C7F0-4A13-D88A-021CDA374469}"/>
              </a:ext>
            </a:extLst>
          </p:cNvPr>
          <p:cNvSpPr>
            <a:spLocks noGrp="1"/>
          </p:cNvSpPr>
          <p:nvPr>
            <p:ph type="title"/>
          </p:nvPr>
        </p:nvSpPr>
        <p:spPr/>
        <p:txBody>
          <a:bodyPr/>
          <a:lstStyle/>
          <a:p>
            <a:endParaRPr lang="en-US" dirty="0"/>
          </a:p>
        </p:txBody>
      </p:sp>
      <p:pic>
        <p:nvPicPr>
          <p:cNvPr id="5" name="Content Placeholder 4" descr="A picture containing text, clipart, graphics, cartoon&#10;&#10;Description automatically generated">
            <a:extLst>
              <a:ext uri="{FF2B5EF4-FFF2-40B4-BE49-F238E27FC236}">
                <a16:creationId xmlns:a16="http://schemas.microsoft.com/office/drawing/2014/main" id="{99298887-39A6-5B90-44EF-73B86769B4B4}"/>
              </a:ext>
            </a:extLst>
          </p:cNvPr>
          <p:cNvPicPr>
            <a:picLocks noGrp="1" noChangeAspect="1"/>
          </p:cNvPicPr>
          <p:nvPr>
            <p:ph idx="1"/>
          </p:nvPr>
        </p:nvPicPr>
        <p:blipFill rotWithShape="1">
          <a:blip r:embed="rId3"/>
          <a:srcRect b="7009"/>
          <a:stretch/>
        </p:blipFill>
        <p:spPr>
          <a:xfrm>
            <a:off x="1501630" y="415963"/>
            <a:ext cx="8712970" cy="5823520"/>
          </a:xfrm>
          <a:prstGeom prst="roundRect">
            <a:avLst>
              <a:gd name="adj" fmla="val 2862"/>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3290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useBgFill="1">
        <p:nvSpPr>
          <p:cNvPr id="26" name="Rectangle 25">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
            <a:extLst>
              <a:ext uri="{FF2B5EF4-FFF2-40B4-BE49-F238E27FC236}">
                <a16:creationId xmlns:a16="http://schemas.microsoft.com/office/drawing/2014/main" id="{F5B52056-26AD-4841-8A16-C1D9E3C099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descr="Formula">
            <a:extLst>
              <a:ext uri="{FF2B5EF4-FFF2-40B4-BE49-F238E27FC236}">
                <a16:creationId xmlns:a16="http://schemas.microsoft.com/office/drawing/2014/main" id="{29B78601-F415-4A48-AB86-2F6B81FA9136}"/>
              </a:ext>
            </a:extLst>
          </p:cNvPr>
          <p:cNvPicPr>
            <a:picLocks noGrp="1" noChangeAspect="1"/>
          </p:cNvPicPr>
          <p:nvPr>
            <p:ph sz="quarter" idx="13"/>
          </p:nvPr>
        </p:nvPicPr>
        <p:blipFill rotWithShape="1">
          <a:blip r:embed="rId5" cstate="email">
            <a:extLst>
              <a:ext uri="{28A0092B-C50C-407E-A947-70E740481C1C}">
                <a14:useLocalDpi xmlns:a14="http://schemas.microsoft.com/office/drawing/2010/main"/>
              </a:ext>
            </a:extLst>
          </a:blip>
          <a:srcRect b="-2"/>
          <a:stretch/>
        </p:blipFill>
        <p:spPr>
          <a:xfrm>
            <a:off x="20" y="10"/>
            <a:ext cx="4024741" cy="6857990"/>
          </a:xfrm>
          <a:prstGeom prst="rect">
            <a:avLst/>
          </a:prstGeom>
        </p:spPr>
      </p:pic>
      <p:sp>
        <p:nvSpPr>
          <p:cNvPr id="30" name="Rectangle 29">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58B2B72-EB44-4428-96AA-8636E4A4ADFD}"/>
              </a:ext>
            </a:extLst>
          </p:cNvPr>
          <p:cNvSpPr>
            <a:spLocks noGrp="1"/>
          </p:cNvSpPr>
          <p:nvPr>
            <p:ph type="title"/>
          </p:nvPr>
        </p:nvSpPr>
        <p:spPr>
          <a:xfrm>
            <a:off x="4563373" y="618518"/>
            <a:ext cx="6672886" cy="797328"/>
          </a:xfrm>
        </p:spPr>
        <p:txBody>
          <a:bodyPr vert="horz" lIns="91440" tIns="45720" rIns="91440" bIns="45720" rtlCol="0" anchor="ctr">
            <a:normAutofit/>
          </a:bodyPr>
          <a:lstStyle/>
          <a:p>
            <a:r>
              <a:rPr lang="en-US" sz="4400" dirty="0">
                <a:solidFill>
                  <a:schemeClr val="tx1">
                    <a:lumMod val="65000"/>
                    <a:lumOff val="35000"/>
                  </a:schemeClr>
                </a:solidFill>
              </a:rPr>
              <a:t>Version Control</a:t>
            </a:r>
          </a:p>
        </p:txBody>
      </p:sp>
      <p:graphicFrame>
        <p:nvGraphicFramePr>
          <p:cNvPr id="12" name="Content Placeholder 8" descr="SmartArt">
            <a:extLst>
              <a:ext uri="{FF2B5EF4-FFF2-40B4-BE49-F238E27FC236}">
                <a16:creationId xmlns:a16="http://schemas.microsoft.com/office/drawing/2014/main" id="{392A9BA3-CD8D-4E63-8279-5904B3797DA7}"/>
              </a:ext>
            </a:extLst>
          </p:cNvPr>
          <p:cNvGraphicFramePr>
            <a:graphicFrameLocks noGrp="1"/>
          </p:cNvGraphicFramePr>
          <p:nvPr>
            <p:ph sz="quarter" idx="14"/>
            <p:extLst>
              <p:ext uri="{D42A27DB-BD31-4B8C-83A1-F6EECF244321}">
                <p14:modId xmlns:p14="http://schemas.microsoft.com/office/powerpoint/2010/main" val="1244982162"/>
              </p:ext>
            </p:extLst>
          </p:nvPr>
        </p:nvGraphicFramePr>
        <p:xfrm>
          <a:off x="4465047" y="1622324"/>
          <a:ext cx="6812553" cy="42868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069036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3" name="Rectangle 112">
            <a:extLst>
              <a:ext uri="{FF2B5EF4-FFF2-40B4-BE49-F238E27FC236}">
                <a16:creationId xmlns:a16="http://schemas.microsoft.com/office/drawing/2014/main" id="{48FE65CB-EFD8-497D-A30A-093E20EAC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Science Lab">
            <a:extLst>
              <a:ext uri="{FF2B5EF4-FFF2-40B4-BE49-F238E27FC236}">
                <a16:creationId xmlns:a16="http://schemas.microsoft.com/office/drawing/2014/main" id="{7E185DA8-778E-49D9-863D-7DB5660424E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2754" r="25902"/>
          <a:stretch/>
        </p:blipFill>
        <p:spPr>
          <a:xfrm>
            <a:off x="1028342" y="618517"/>
            <a:ext cx="6139725" cy="5629884"/>
          </a:xfrm>
          <a:prstGeom prst="roundRect">
            <a:avLst>
              <a:gd name="adj" fmla="val 298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15" name="Picture 114">
            <a:extLst>
              <a:ext uri="{FF2B5EF4-FFF2-40B4-BE49-F238E27FC236}">
                <a16:creationId xmlns:a16="http://schemas.microsoft.com/office/drawing/2014/main" id="{E3265C2A-0A58-43AD-A406-8F4478E287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850B972-0B7A-40CD-9E79-07E8A87AB03C}"/>
              </a:ext>
            </a:extLst>
          </p:cNvPr>
          <p:cNvSpPr>
            <a:spLocks noGrp="1"/>
          </p:cNvSpPr>
          <p:nvPr>
            <p:ph type="title"/>
          </p:nvPr>
        </p:nvSpPr>
        <p:spPr>
          <a:xfrm>
            <a:off x="7268162" y="318741"/>
            <a:ext cx="3352128" cy="1573863"/>
          </a:xfrm>
        </p:spPr>
        <p:txBody>
          <a:bodyPr>
            <a:normAutofit/>
          </a:bodyPr>
          <a:lstStyle/>
          <a:p>
            <a:r>
              <a:rPr lang="en-US" dirty="0"/>
              <a:t>Git based VCS</a:t>
            </a:r>
          </a:p>
        </p:txBody>
      </p:sp>
      <p:grpSp>
        <p:nvGrpSpPr>
          <p:cNvPr id="7" name="Group 6" descr="Icons">
            <a:extLst>
              <a:ext uri="{FF2B5EF4-FFF2-40B4-BE49-F238E27FC236}">
                <a16:creationId xmlns:a16="http://schemas.microsoft.com/office/drawing/2014/main" id="{D5D1AE1F-0721-42C1-03A5-9F9D5AE2428F}"/>
              </a:ext>
            </a:extLst>
          </p:cNvPr>
          <p:cNvGrpSpPr/>
          <p:nvPr/>
        </p:nvGrpSpPr>
        <p:grpSpPr>
          <a:xfrm>
            <a:off x="7268162" y="827315"/>
            <a:ext cx="4041747" cy="4524103"/>
            <a:chOff x="7506789" y="1724298"/>
            <a:chExt cx="4041747" cy="4524103"/>
          </a:xfrm>
          <a:scene3d>
            <a:camera prst="perspectiveRelaxed">
              <a:rot lat="19149996" lon="20104178" rev="1577324"/>
            </a:camera>
            <a:lightRig rig="soft" dir="t"/>
            <a:backdrop>
              <a:anchor x="0" y="0" z="-210000"/>
              <a:norm dx="0" dy="0" dz="914400"/>
              <a:up dx="0" dy="914400" dz="0"/>
            </a:backdrop>
          </a:scene3d>
        </p:grpSpPr>
        <p:sp>
          <p:nvSpPr>
            <p:cNvPr id="8" name="Rectangle: Rounded Corners 7">
              <a:extLst>
                <a:ext uri="{FF2B5EF4-FFF2-40B4-BE49-F238E27FC236}">
                  <a16:creationId xmlns:a16="http://schemas.microsoft.com/office/drawing/2014/main" id="{D5CE3520-40A5-A142-ABF7-9A56681AE49A}"/>
                </a:ext>
              </a:extLst>
            </p:cNvPr>
            <p:cNvSpPr/>
            <p:nvPr/>
          </p:nvSpPr>
          <p:spPr>
            <a:xfrm>
              <a:off x="7506789" y="1724298"/>
              <a:ext cx="4041747" cy="1292285"/>
            </a:xfrm>
            <a:prstGeom prst="roundRect">
              <a:avLst>
                <a:gd name="adj" fmla="val 10000"/>
              </a:avLst>
            </a:prstGeom>
            <a:sp3d z="-227350" prstMaterial="matte"/>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sp>
        <p:sp>
          <p:nvSpPr>
            <p:cNvPr id="10" name="Rectangle 9">
              <a:extLst>
                <a:ext uri="{FF2B5EF4-FFF2-40B4-BE49-F238E27FC236}">
                  <a16:creationId xmlns:a16="http://schemas.microsoft.com/office/drawing/2014/main" id="{0EF93973-B46F-2A9C-17CE-92A976835F58}"/>
                </a:ext>
              </a:extLst>
            </p:cNvPr>
            <p:cNvSpPr/>
            <p:nvPr/>
          </p:nvSpPr>
          <p:spPr>
            <a:xfrm>
              <a:off x="7897705" y="2015614"/>
              <a:ext cx="710757" cy="710757"/>
            </a:xfrm>
            <a:prstGeom prst="rect">
              <a:avLst/>
            </a:prstGeom>
            <a:blipFill>
              <a:blip r:embed="rId5">
                <a:extLst>
                  <a:ext uri="{BEBA8EAE-BF5A-486C-A8C5-ECC9F3942E4B}">
                    <a14:imgProps xmlns:a14="http://schemas.microsoft.com/office/drawing/2010/main">
                      <a14:imgLayer r:embed="rId6">
                        <a14:imgEffect>
                          <a14:backgroundRemoval t="10000" b="90000" l="10000" r="90000">
                            <a14:backgroundMark x1="18929" y1="15000" x2="18929" y2="15000"/>
                            <a14:backgroundMark x1="13214" y1="95000" x2="13214" y2="95000"/>
                            <a14:backgroundMark x1="88929" y1="86429" x2="88929" y2="86429"/>
                            <a14:backgroundMark x1="90357" y1="22143" x2="90357" y2="22143"/>
                          </a14:backgroundRemoval>
                        </a14:imgEffect>
                      </a14:imgLayer>
                    </a14:imgProps>
                  </a:ext>
                  <a:ext uri="{28A0092B-C50C-407E-A947-70E740481C1C}">
                    <a14:useLocalDpi xmlns:a14="http://schemas.microsoft.com/office/drawing/2010/main" val="0"/>
                  </a:ext>
                </a:extLst>
              </a:blip>
              <a:srcRect/>
              <a:stretch>
                <a:fillRect/>
              </a:stretch>
            </a:blipFill>
            <a:sp3d extrusionH="152250" prstMaterial="matte">
              <a:bevelT w="165100" prst="coolSlant"/>
            </a:sp3d>
          </p:spPr>
          <p:style>
            <a:lnRef idx="0">
              <a:schemeClr val="lt1">
                <a:alpha val="0"/>
                <a:hueOff val="0"/>
                <a:satOff val="0"/>
                <a:lumOff val="0"/>
                <a:alphaOff val="0"/>
              </a:schemeClr>
            </a:lnRef>
            <a:fillRef idx="1">
              <a:scrgbClr r="0" g="0" b="0"/>
            </a:fillRef>
            <a:effectRef idx="2">
              <a:schemeClr val="bg1">
                <a:hueOff val="0"/>
                <a:satOff val="0"/>
                <a:lumOff val="0"/>
                <a:alphaOff val="0"/>
              </a:schemeClr>
            </a:effectRef>
            <a:fontRef idx="minor">
              <a:schemeClr val="dk1">
                <a:hueOff val="0"/>
                <a:satOff val="0"/>
                <a:lumOff val="0"/>
                <a:alphaOff val="0"/>
              </a:schemeClr>
            </a:fontRef>
          </p:style>
        </p:sp>
        <p:sp>
          <p:nvSpPr>
            <p:cNvPr id="11" name="Freeform: Shape 10">
              <a:extLst>
                <a:ext uri="{FF2B5EF4-FFF2-40B4-BE49-F238E27FC236}">
                  <a16:creationId xmlns:a16="http://schemas.microsoft.com/office/drawing/2014/main" id="{78A75A17-170A-143E-7361-171C2EF02271}"/>
                </a:ext>
              </a:extLst>
            </p:cNvPr>
            <p:cNvSpPr/>
            <p:nvPr/>
          </p:nvSpPr>
          <p:spPr>
            <a:xfrm>
              <a:off x="8999378" y="1724850"/>
              <a:ext cx="2549157" cy="1292285"/>
            </a:xfrm>
            <a:custGeom>
              <a:avLst/>
              <a:gdLst>
                <a:gd name="connsiteX0" fmla="*/ 0 w 2549157"/>
                <a:gd name="connsiteY0" fmla="*/ 0 h 1292285"/>
                <a:gd name="connsiteX1" fmla="*/ 2549157 w 2549157"/>
                <a:gd name="connsiteY1" fmla="*/ 0 h 1292285"/>
                <a:gd name="connsiteX2" fmla="*/ 2549157 w 2549157"/>
                <a:gd name="connsiteY2" fmla="*/ 1292285 h 1292285"/>
                <a:gd name="connsiteX3" fmla="*/ 0 w 2549157"/>
                <a:gd name="connsiteY3" fmla="*/ 1292285 h 1292285"/>
                <a:gd name="connsiteX4" fmla="*/ 0 w 2549157"/>
                <a:gd name="connsiteY4" fmla="*/ 0 h 1292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157" h="1292285">
                  <a:moveTo>
                    <a:pt x="0" y="0"/>
                  </a:moveTo>
                  <a:lnTo>
                    <a:pt x="2549157" y="0"/>
                  </a:lnTo>
                  <a:lnTo>
                    <a:pt x="2549157" y="1292285"/>
                  </a:lnTo>
                  <a:lnTo>
                    <a:pt x="0" y="12922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bg1">
                <a:hueOff val="0"/>
                <a:satOff val="0"/>
                <a:lumOff val="0"/>
                <a:alphaOff val="0"/>
              </a:schemeClr>
            </a:fontRef>
          </p:style>
          <p:txBody>
            <a:bodyPr spcFirstLastPara="0" vert="horz" wrap="square" lIns="136767" tIns="136767" rIns="136767" bIns="136767" numCol="1" spcCol="1270" anchor="ctr" anchorCtr="0">
              <a:noAutofit/>
              <a:sp3d extrusionH="28000" prstMaterial="matte"/>
            </a:bodyPr>
            <a:lstStyle/>
            <a:p>
              <a:pPr marL="0" lvl="0" indent="0" algn="l" defTabSz="1111250">
                <a:lnSpc>
                  <a:spcPct val="100000"/>
                </a:lnSpc>
                <a:spcBef>
                  <a:spcPct val="0"/>
                </a:spcBef>
                <a:spcAft>
                  <a:spcPct val="35000"/>
                </a:spcAft>
                <a:buNone/>
              </a:pPr>
              <a:r>
                <a:rPr lang="en-US" sz="2500" kern="1200" dirty="0"/>
                <a:t>Github</a:t>
              </a:r>
            </a:p>
          </p:txBody>
        </p:sp>
        <p:sp>
          <p:nvSpPr>
            <p:cNvPr id="12" name="Rectangle: Rounded Corners 11">
              <a:extLst>
                <a:ext uri="{FF2B5EF4-FFF2-40B4-BE49-F238E27FC236}">
                  <a16:creationId xmlns:a16="http://schemas.microsoft.com/office/drawing/2014/main" id="{E55FA666-BDFF-CA1B-C87F-6477AA45EE78}"/>
                </a:ext>
              </a:extLst>
            </p:cNvPr>
            <p:cNvSpPr/>
            <p:nvPr/>
          </p:nvSpPr>
          <p:spPr>
            <a:xfrm>
              <a:off x="7506789" y="3340207"/>
              <a:ext cx="4041747" cy="1292285"/>
            </a:xfrm>
            <a:prstGeom prst="roundRect">
              <a:avLst>
                <a:gd name="adj" fmla="val 10000"/>
              </a:avLst>
            </a:prstGeom>
            <a:sp3d z="-227350" prstMaterial="matte"/>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sp>
        <p:sp>
          <p:nvSpPr>
            <p:cNvPr id="13" name="Rectangle 12">
              <a:extLst>
                <a:ext uri="{FF2B5EF4-FFF2-40B4-BE49-F238E27FC236}">
                  <a16:creationId xmlns:a16="http://schemas.microsoft.com/office/drawing/2014/main" id="{824EF911-82A8-C59E-CBE8-7FE87B336D95}"/>
                </a:ext>
              </a:extLst>
            </p:cNvPr>
            <p:cNvSpPr/>
            <p:nvPr/>
          </p:nvSpPr>
          <p:spPr>
            <a:xfrm>
              <a:off x="7897705" y="3630971"/>
              <a:ext cx="710757" cy="710757"/>
            </a:xfrm>
            <a:prstGeom prst="rect">
              <a:avLst/>
            </a:prstGeom>
            <a:blipFill>
              <a:blip r:embed="rId7">
                <a:extLst>
                  <a:ext uri="{28A0092B-C50C-407E-A947-70E740481C1C}">
                    <a14:useLocalDpi xmlns:a14="http://schemas.microsoft.com/office/drawing/2010/main" val="0"/>
                  </a:ext>
                </a:extLst>
              </a:blip>
              <a:srcRect/>
              <a:stretch>
                <a:fillRect/>
              </a:stretch>
            </a:blipFill>
            <a:sp3d extrusionH="152250" prstMaterial="matte">
              <a:bevelT w="165100" prst="coolSlant"/>
            </a:sp3d>
          </p:spPr>
          <p:style>
            <a:lnRef idx="0">
              <a:schemeClr val="lt1">
                <a:alpha val="0"/>
                <a:hueOff val="0"/>
                <a:satOff val="0"/>
                <a:lumOff val="0"/>
                <a:alphaOff val="0"/>
              </a:schemeClr>
            </a:lnRef>
            <a:fillRef idx="1">
              <a:scrgbClr r="0" g="0" b="0"/>
            </a:fillRef>
            <a:effectRef idx="2">
              <a:schemeClr val="bg1">
                <a:hueOff val="0"/>
                <a:satOff val="0"/>
                <a:lumOff val="0"/>
                <a:alphaOff val="0"/>
              </a:schemeClr>
            </a:effectRef>
            <a:fontRef idx="minor">
              <a:schemeClr val="dk1">
                <a:hueOff val="0"/>
                <a:satOff val="0"/>
                <a:lumOff val="0"/>
                <a:alphaOff val="0"/>
              </a:schemeClr>
            </a:fontRef>
          </p:style>
        </p:sp>
        <p:sp>
          <p:nvSpPr>
            <p:cNvPr id="14" name="Freeform: Shape 13">
              <a:extLst>
                <a:ext uri="{FF2B5EF4-FFF2-40B4-BE49-F238E27FC236}">
                  <a16:creationId xmlns:a16="http://schemas.microsoft.com/office/drawing/2014/main" id="{5C743657-2C0A-6861-0FE5-7FA6C49217AA}"/>
                </a:ext>
              </a:extLst>
            </p:cNvPr>
            <p:cNvSpPr/>
            <p:nvPr/>
          </p:nvSpPr>
          <p:spPr>
            <a:xfrm>
              <a:off x="8999378" y="3340207"/>
              <a:ext cx="2549157" cy="1292285"/>
            </a:xfrm>
            <a:custGeom>
              <a:avLst/>
              <a:gdLst>
                <a:gd name="connsiteX0" fmla="*/ 0 w 2549157"/>
                <a:gd name="connsiteY0" fmla="*/ 0 h 1292285"/>
                <a:gd name="connsiteX1" fmla="*/ 2549157 w 2549157"/>
                <a:gd name="connsiteY1" fmla="*/ 0 h 1292285"/>
                <a:gd name="connsiteX2" fmla="*/ 2549157 w 2549157"/>
                <a:gd name="connsiteY2" fmla="*/ 1292285 h 1292285"/>
                <a:gd name="connsiteX3" fmla="*/ 0 w 2549157"/>
                <a:gd name="connsiteY3" fmla="*/ 1292285 h 1292285"/>
                <a:gd name="connsiteX4" fmla="*/ 0 w 2549157"/>
                <a:gd name="connsiteY4" fmla="*/ 0 h 1292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157" h="1292285">
                  <a:moveTo>
                    <a:pt x="0" y="0"/>
                  </a:moveTo>
                  <a:lnTo>
                    <a:pt x="2549157" y="0"/>
                  </a:lnTo>
                  <a:lnTo>
                    <a:pt x="2549157" y="1292285"/>
                  </a:lnTo>
                  <a:lnTo>
                    <a:pt x="0" y="12922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bg1">
                <a:hueOff val="0"/>
                <a:satOff val="0"/>
                <a:lumOff val="0"/>
                <a:alphaOff val="0"/>
              </a:schemeClr>
            </a:fontRef>
          </p:style>
          <p:txBody>
            <a:bodyPr spcFirstLastPara="0" vert="horz" wrap="square" lIns="136767" tIns="136767" rIns="136767" bIns="136767" numCol="1" spcCol="1270" anchor="ctr" anchorCtr="0">
              <a:noAutofit/>
              <a:sp3d extrusionH="28000" prstMaterial="matte"/>
            </a:bodyPr>
            <a:lstStyle/>
            <a:p>
              <a:pPr marL="0" lvl="0" indent="0" algn="l" defTabSz="1111250">
                <a:lnSpc>
                  <a:spcPct val="100000"/>
                </a:lnSpc>
                <a:spcBef>
                  <a:spcPct val="0"/>
                </a:spcBef>
                <a:spcAft>
                  <a:spcPct val="35000"/>
                </a:spcAft>
                <a:buNone/>
              </a:pPr>
              <a:r>
                <a:rPr lang="en-US" sz="2500" kern="1200" dirty="0"/>
                <a:t>Bitbucket</a:t>
              </a:r>
            </a:p>
          </p:txBody>
        </p:sp>
        <p:sp>
          <p:nvSpPr>
            <p:cNvPr id="15" name="Rectangle: Rounded Corners 14">
              <a:extLst>
                <a:ext uri="{FF2B5EF4-FFF2-40B4-BE49-F238E27FC236}">
                  <a16:creationId xmlns:a16="http://schemas.microsoft.com/office/drawing/2014/main" id="{B1A5638E-68FB-7F16-955D-557F402FD263}"/>
                </a:ext>
              </a:extLst>
            </p:cNvPr>
            <p:cNvSpPr/>
            <p:nvPr/>
          </p:nvSpPr>
          <p:spPr>
            <a:xfrm>
              <a:off x="7506789" y="4956116"/>
              <a:ext cx="4041747" cy="1292285"/>
            </a:xfrm>
            <a:prstGeom prst="roundRect">
              <a:avLst>
                <a:gd name="adj" fmla="val 10000"/>
              </a:avLst>
            </a:prstGeom>
            <a:sp3d z="-227350" prstMaterial="matte"/>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sp>
        <p:sp>
          <p:nvSpPr>
            <p:cNvPr id="16" name="Rectangle 15">
              <a:extLst>
                <a:ext uri="{FF2B5EF4-FFF2-40B4-BE49-F238E27FC236}">
                  <a16:creationId xmlns:a16="http://schemas.microsoft.com/office/drawing/2014/main" id="{CE7B6977-E30D-ED7D-88E2-B66ED3F6A469}"/>
                </a:ext>
              </a:extLst>
            </p:cNvPr>
            <p:cNvSpPr/>
            <p:nvPr/>
          </p:nvSpPr>
          <p:spPr>
            <a:xfrm>
              <a:off x="7897705" y="5246328"/>
              <a:ext cx="710757" cy="710757"/>
            </a:xfrm>
            <a:prstGeom prst="rect">
              <a:avLst/>
            </a:prstGeom>
            <a:blipFill>
              <a:blip r:embed="rId8">
                <a:extLst>
                  <a:ext uri="{28A0092B-C50C-407E-A947-70E740481C1C}">
                    <a14:useLocalDpi xmlns:a14="http://schemas.microsoft.com/office/drawing/2010/main" val="0"/>
                  </a:ext>
                </a:extLst>
              </a:blip>
              <a:srcRect/>
              <a:stretch>
                <a:fillRect t="-5000" b="-5000"/>
              </a:stretch>
            </a:blipFill>
            <a:sp3d extrusionH="152250" prstMaterial="matte">
              <a:bevelT w="165100" prst="coolSlant"/>
            </a:sp3d>
          </p:spPr>
          <p:style>
            <a:lnRef idx="0">
              <a:schemeClr val="lt1">
                <a:alpha val="0"/>
                <a:hueOff val="0"/>
                <a:satOff val="0"/>
                <a:lumOff val="0"/>
                <a:alphaOff val="0"/>
              </a:schemeClr>
            </a:lnRef>
            <a:fillRef idx="1">
              <a:scrgbClr r="0" g="0" b="0"/>
            </a:fillRef>
            <a:effectRef idx="2">
              <a:schemeClr val="bg1">
                <a:hueOff val="0"/>
                <a:satOff val="0"/>
                <a:lumOff val="0"/>
                <a:alphaOff val="0"/>
              </a:schemeClr>
            </a:effectRef>
            <a:fontRef idx="minor">
              <a:schemeClr val="dk1">
                <a:hueOff val="0"/>
                <a:satOff val="0"/>
                <a:lumOff val="0"/>
                <a:alphaOff val="0"/>
              </a:schemeClr>
            </a:fontRef>
          </p:style>
        </p:sp>
        <p:sp>
          <p:nvSpPr>
            <p:cNvPr id="17" name="Freeform: Shape 16">
              <a:extLst>
                <a:ext uri="{FF2B5EF4-FFF2-40B4-BE49-F238E27FC236}">
                  <a16:creationId xmlns:a16="http://schemas.microsoft.com/office/drawing/2014/main" id="{64314DC7-8875-907E-6FED-7F769661C517}"/>
                </a:ext>
              </a:extLst>
            </p:cNvPr>
            <p:cNvSpPr/>
            <p:nvPr/>
          </p:nvSpPr>
          <p:spPr>
            <a:xfrm>
              <a:off x="8999378" y="4955564"/>
              <a:ext cx="2549157" cy="1292285"/>
            </a:xfrm>
            <a:custGeom>
              <a:avLst/>
              <a:gdLst>
                <a:gd name="connsiteX0" fmla="*/ 0 w 2549157"/>
                <a:gd name="connsiteY0" fmla="*/ 0 h 1292285"/>
                <a:gd name="connsiteX1" fmla="*/ 2549157 w 2549157"/>
                <a:gd name="connsiteY1" fmla="*/ 0 h 1292285"/>
                <a:gd name="connsiteX2" fmla="*/ 2549157 w 2549157"/>
                <a:gd name="connsiteY2" fmla="*/ 1292285 h 1292285"/>
                <a:gd name="connsiteX3" fmla="*/ 0 w 2549157"/>
                <a:gd name="connsiteY3" fmla="*/ 1292285 h 1292285"/>
                <a:gd name="connsiteX4" fmla="*/ 0 w 2549157"/>
                <a:gd name="connsiteY4" fmla="*/ 0 h 1292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9157" h="1292285">
                  <a:moveTo>
                    <a:pt x="0" y="0"/>
                  </a:moveTo>
                  <a:lnTo>
                    <a:pt x="2549157" y="0"/>
                  </a:lnTo>
                  <a:lnTo>
                    <a:pt x="2549157" y="1292285"/>
                  </a:lnTo>
                  <a:lnTo>
                    <a:pt x="0" y="12922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bg1">
                <a:hueOff val="0"/>
                <a:satOff val="0"/>
                <a:lumOff val="0"/>
                <a:alphaOff val="0"/>
              </a:schemeClr>
            </a:fontRef>
          </p:style>
          <p:txBody>
            <a:bodyPr spcFirstLastPara="0" vert="horz" wrap="square" lIns="136767" tIns="136767" rIns="136767" bIns="136767" numCol="1" spcCol="1270" anchor="ctr" anchorCtr="0">
              <a:noAutofit/>
              <a:sp3d extrusionH="28000" prstMaterial="matte"/>
            </a:bodyPr>
            <a:lstStyle/>
            <a:p>
              <a:pPr marL="0" lvl="0" indent="0" algn="l" defTabSz="1111250">
                <a:lnSpc>
                  <a:spcPct val="100000"/>
                </a:lnSpc>
                <a:spcBef>
                  <a:spcPct val="0"/>
                </a:spcBef>
                <a:spcAft>
                  <a:spcPct val="35000"/>
                </a:spcAft>
                <a:buNone/>
              </a:pPr>
              <a:r>
                <a:rPr lang="en-US" sz="2500" kern="1200" dirty="0"/>
                <a:t>GitLab</a:t>
              </a:r>
            </a:p>
          </p:txBody>
        </p:sp>
      </p:grpSp>
      <p:pic>
        <p:nvPicPr>
          <p:cNvPr id="20" name="Picture 19" descr="A picture containing text, screenshot, diagram, line">
            <a:extLst>
              <a:ext uri="{FF2B5EF4-FFF2-40B4-BE49-F238E27FC236}">
                <a16:creationId xmlns:a16="http://schemas.microsoft.com/office/drawing/2014/main" id="{3F7BD131-1599-0966-8B86-68E7CAFE2297}"/>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1588349" y="1258064"/>
            <a:ext cx="4883471" cy="3662603"/>
          </a:xfrm>
          <a:prstGeom prst="rect">
            <a:avLst/>
          </a:prstGeom>
        </p:spPr>
      </p:pic>
    </p:spTree>
    <p:extLst>
      <p:ext uri="{BB962C8B-B14F-4D97-AF65-F5344CB8AC3E}">
        <p14:creationId xmlns:p14="http://schemas.microsoft.com/office/powerpoint/2010/main" val="20264033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E630259-2E99-42C6-925A-ED71BD9ED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2" name="Rectangle 21">
            <a:extLst>
              <a:ext uri="{FF2B5EF4-FFF2-40B4-BE49-F238E27FC236}">
                <a16:creationId xmlns:a16="http://schemas.microsoft.com/office/drawing/2014/main" id="{CD7ECD05-B4E0-4A46-AE36-17B3B1B2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065" y="0"/>
            <a:ext cx="4059935" cy="6858000"/>
          </a:xfrm>
          <a:prstGeom prst="rect">
            <a:avLst/>
          </a:prstGeom>
          <a:ln>
            <a:noFill/>
          </a:ln>
          <a:effectLst>
            <a:outerShdw blurRad="50800" dist="127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210643E1-7ABA-4C1E-A734-A26C5D704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8132064" y="0"/>
            <a:ext cx="4059936" cy="6858000"/>
          </a:xfrm>
          <a:prstGeom prst="rect">
            <a:avLst/>
          </a:prstGeom>
        </p:spPr>
      </p:pic>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8604069" y="1314449"/>
            <a:ext cx="2979964" cy="4073627"/>
          </a:xfrm>
          <a:noFill/>
        </p:spPr>
        <p:txBody>
          <a:bodyPr>
            <a:normAutofit/>
          </a:bodyPr>
          <a:lstStyle/>
          <a:p>
            <a:r>
              <a:rPr lang="en-US" sz="4000" dirty="0">
                <a:solidFill>
                  <a:schemeClr val="tx1">
                    <a:lumMod val="65000"/>
                    <a:lumOff val="35000"/>
                  </a:schemeClr>
                </a:solidFill>
              </a:rPr>
              <a:t>SVN:</a:t>
            </a:r>
            <a:br>
              <a:rPr lang="en-US" sz="4000" dirty="0">
                <a:solidFill>
                  <a:schemeClr val="tx1">
                    <a:lumMod val="65000"/>
                    <a:lumOff val="35000"/>
                  </a:schemeClr>
                </a:solidFill>
              </a:rPr>
            </a:br>
            <a:r>
              <a:rPr lang="en-US" sz="4000" dirty="0">
                <a:solidFill>
                  <a:schemeClr val="tx1">
                    <a:lumMod val="65000"/>
                    <a:lumOff val="35000"/>
                  </a:schemeClr>
                </a:solidFill>
              </a:rPr>
              <a:t>Centralized </a:t>
            </a:r>
            <a:r>
              <a:rPr lang="en-US" sz="4000" dirty="0" err="1">
                <a:solidFill>
                  <a:schemeClr val="tx1">
                    <a:lumMod val="65000"/>
                    <a:lumOff val="35000"/>
                  </a:schemeClr>
                </a:solidFill>
              </a:rPr>
              <a:t>vcs</a:t>
            </a:r>
            <a:endParaRPr lang="en-US" sz="4000" dirty="0">
              <a:solidFill>
                <a:schemeClr val="tx1">
                  <a:lumMod val="65000"/>
                  <a:lumOff val="35000"/>
                </a:schemeClr>
              </a:solidFill>
            </a:endParaRPr>
          </a:p>
        </p:txBody>
      </p:sp>
      <p:graphicFrame>
        <p:nvGraphicFramePr>
          <p:cNvPr id="6" name="Content Placeholder 5" descr="Graph">
            <a:extLst>
              <a:ext uri="{FF2B5EF4-FFF2-40B4-BE49-F238E27FC236}">
                <a16:creationId xmlns:a16="http://schemas.microsoft.com/office/drawing/2014/main" id="{4F8339CB-596F-46C7-A612-EA1CB5750EDB}"/>
              </a:ext>
            </a:extLst>
          </p:cNvPr>
          <p:cNvGraphicFramePr>
            <a:graphicFrameLocks noGrp="1"/>
          </p:cNvGraphicFramePr>
          <p:nvPr>
            <p:ph idx="1"/>
            <p:extLst>
              <p:ext uri="{D42A27DB-BD31-4B8C-83A1-F6EECF244321}">
                <p14:modId xmlns:p14="http://schemas.microsoft.com/office/powerpoint/2010/main" val="2038736885"/>
              </p:ext>
            </p:extLst>
          </p:nvPr>
        </p:nvGraphicFramePr>
        <p:xfrm>
          <a:off x="530942" y="442452"/>
          <a:ext cx="7108723" cy="589935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12772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useBgFill="1">
        <p:nvSpPr>
          <p:cNvPr id="26" name="Rectangle 25">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
            <a:extLst>
              <a:ext uri="{FF2B5EF4-FFF2-40B4-BE49-F238E27FC236}">
                <a16:creationId xmlns:a16="http://schemas.microsoft.com/office/drawing/2014/main" id="{F5B52056-26AD-4841-8A16-C1D9E3C099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descr="Formula">
            <a:extLst>
              <a:ext uri="{FF2B5EF4-FFF2-40B4-BE49-F238E27FC236}">
                <a16:creationId xmlns:a16="http://schemas.microsoft.com/office/drawing/2014/main" id="{29B78601-F415-4A48-AB86-2F6B81FA9136}"/>
              </a:ext>
            </a:extLst>
          </p:cNvPr>
          <p:cNvPicPr>
            <a:picLocks noGrp="1" noChangeAspect="1"/>
          </p:cNvPicPr>
          <p:nvPr>
            <p:ph sz="quarter" idx="13"/>
          </p:nvPr>
        </p:nvPicPr>
        <p:blipFill rotWithShape="1">
          <a:blip r:embed="rId5" cstate="email">
            <a:extLst>
              <a:ext uri="{28A0092B-C50C-407E-A947-70E740481C1C}">
                <a14:useLocalDpi xmlns:a14="http://schemas.microsoft.com/office/drawing/2010/main"/>
              </a:ext>
            </a:extLst>
          </a:blip>
          <a:srcRect b="-2"/>
          <a:stretch/>
        </p:blipFill>
        <p:spPr>
          <a:xfrm>
            <a:off x="20" y="10"/>
            <a:ext cx="4024741" cy="6857990"/>
          </a:xfrm>
          <a:prstGeom prst="rect">
            <a:avLst/>
          </a:prstGeom>
        </p:spPr>
      </p:pic>
      <p:sp>
        <p:nvSpPr>
          <p:cNvPr id="30" name="Rectangle 29">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58B2B72-EB44-4428-96AA-8636E4A4ADFD}"/>
              </a:ext>
            </a:extLst>
          </p:cNvPr>
          <p:cNvSpPr>
            <a:spLocks noGrp="1"/>
          </p:cNvSpPr>
          <p:nvPr>
            <p:ph type="title"/>
          </p:nvPr>
        </p:nvSpPr>
        <p:spPr>
          <a:xfrm>
            <a:off x="4563373" y="618518"/>
            <a:ext cx="6672886" cy="797328"/>
          </a:xfrm>
        </p:spPr>
        <p:txBody>
          <a:bodyPr vert="horz" lIns="91440" tIns="45720" rIns="91440" bIns="45720" rtlCol="0" anchor="ctr">
            <a:normAutofit/>
          </a:bodyPr>
          <a:lstStyle/>
          <a:p>
            <a:r>
              <a:rPr lang="en-US" sz="4400" dirty="0">
                <a:solidFill>
                  <a:schemeClr val="tx1">
                    <a:lumMod val="65000"/>
                    <a:lumOff val="35000"/>
                  </a:schemeClr>
                </a:solidFill>
              </a:rPr>
              <a:t>Challenges of svn</a:t>
            </a:r>
          </a:p>
        </p:txBody>
      </p:sp>
      <p:graphicFrame>
        <p:nvGraphicFramePr>
          <p:cNvPr id="5" name="Content Placeholder 4">
            <a:extLst>
              <a:ext uri="{FF2B5EF4-FFF2-40B4-BE49-F238E27FC236}">
                <a16:creationId xmlns:a16="http://schemas.microsoft.com/office/drawing/2014/main" id="{0F58A439-9D39-211E-86D0-79FB21707540}"/>
              </a:ext>
            </a:extLst>
          </p:cNvPr>
          <p:cNvGraphicFramePr>
            <a:graphicFrameLocks noGrp="1"/>
          </p:cNvGraphicFramePr>
          <p:nvPr>
            <p:ph sz="quarter" idx="14"/>
            <p:extLst>
              <p:ext uri="{D42A27DB-BD31-4B8C-83A1-F6EECF244321}">
                <p14:modId xmlns:p14="http://schemas.microsoft.com/office/powerpoint/2010/main" val="1565753605"/>
              </p:ext>
            </p:extLst>
          </p:nvPr>
        </p:nvGraphicFramePr>
        <p:xfrm>
          <a:off x="6172200" y="2366963"/>
          <a:ext cx="5105400" cy="342423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9" name="Graphic 8" descr="Database with solid fill">
            <a:extLst>
              <a:ext uri="{FF2B5EF4-FFF2-40B4-BE49-F238E27FC236}">
                <a16:creationId xmlns:a16="http://schemas.microsoft.com/office/drawing/2014/main" id="{6B60076A-A9D9-7BE6-109F-3BCC2720A51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44492" y="4397827"/>
            <a:ext cx="855617" cy="855617"/>
          </a:xfrm>
          <a:prstGeom prst="rect">
            <a:avLst/>
          </a:prstGeom>
        </p:spPr>
      </p:pic>
      <p:pic>
        <p:nvPicPr>
          <p:cNvPr id="11" name="Graphic 10" descr="Atom with solid fill">
            <a:extLst>
              <a:ext uri="{FF2B5EF4-FFF2-40B4-BE49-F238E27FC236}">
                <a16:creationId xmlns:a16="http://schemas.microsoft.com/office/drawing/2014/main" id="{80D6EF1A-EDD3-57C8-26E5-71B96C97E88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267699" y="4544929"/>
            <a:ext cx="855617" cy="855617"/>
          </a:xfrm>
          <a:prstGeom prst="rect">
            <a:avLst/>
          </a:prstGeom>
        </p:spPr>
      </p:pic>
      <p:pic>
        <p:nvPicPr>
          <p:cNvPr id="14" name="Graphic 13" descr="Tag with solid fill">
            <a:extLst>
              <a:ext uri="{FF2B5EF4-FFF2-40B4-BE49-F238E27FC236}">
                <a16:creationId xmlns:a16="http://schemas.microsoft.com/office/drawing/2014/main" id="{3F7A923F-966F-4C8D-F2A7-7237F1D4089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49691" y="4478384"/>
            <a:ext cx="855618" cy="855618"/>
          </a:xfrm>
          <a:prstGeom prst="rect">
            <a:avLst/>
          </a:prstGeom>
        </p:spPr>
      </p:pic>
    </p:spTree>
    <p:extLst>
      <p:ext uri="{BB962C8B-B14F-4D97-AF65-F5344CB8AC3E}">
        <p14:creationId xmlns:p14="http://schemas.microsoft.com/office/powerpoint/2010/main" val="310089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9BCA4-2BB3-1997-E380-602CBE1EA76D}"/>
              </a:ext>
            </a:extLst>
          </p:cNvPr>
          <p:cNvSpPr>
            <a:spLocks noGrp="1"/>
          </p:cNvSpPr>
          <p:nvPr>
            <p:ph type="title"/>
          </p:nvPr>
        </p:nvSpPr>
        <p:spPr>
          <a:xfrm>
            <a:off x="992152" y="293582"/>
            <a:ext cx="10364451" cy="1596177"/>
          </a:xfrm>
        </p:spPr>
        <p:txBody>
          <a:bodyPr/>
          <a:lstStyle/>
          <a:p>
            <a:r>
              <a:rPr lang="en-US" cap="none" dirty="0">
                <a:ln w="0">
                  <a:solidFill>
                    <a:schemeClr val="tx1"/>
                  </a:solidFill>
                </a:ln>
                <a:solidFill>
                  <a:schemeClr val="accent1"/>
                </a:solidFill>
                <a:effectLst>
                  <a:outerShdw blurRad="50800" dist="38100" dir="2700000" algn="tl" rotWithShape="0">
                    <a:prstClr val="black">
                      <a:alpha val="40000"/>
                    </a:prstClr>
                  </a:outerShdw>
                </a:effectLst>
              </a:rPr>
              <a:t>SVN Workflow</a:t>
            </a:r>
          </a:p>
        </p:txBody>
      </p:sp>
      <p:graphicFrame>
        <p:nvGraphicFramePr>
          <p:cNvPr id="4" name="Content Placeholder 3">
            <a:extLst>
              <a:ext uri="{FF2B5EF4-FFF2-40B4-BE49-F238E27FC236}">
                <a16:creationId xmlns:a16="http://schemas.microsoft.com/office/drawing/2014/main" id="{2D0D52A3-6860-861E-FD41-4263819721C2}"/>
              </a:ext>
            </a:extLst>
          </p:cNvPr>
          <p:cNvGraphicFramePr>
            <a:graphicFrameLocks noGrp="1"/>
          </p:cNvGraphicFramePr>
          <p:nvPr>
            <p:ph idx="1"/>
            <p:extLst>
              <p:ext uri="{D42A27DB-BD31-4B8C-83A1-F6EECF244321}">
                <p14:modId xmlns:p14="http://schemas.microsoft.com/office/powerpoint/2010/main" val="1863221344"/>
              </p:ext>
            </p:extLst>
          </p:nvPr>
        </p:nvGraphicFramePr>
        <p:xfrm>
          <a:off x="913149" y="1889759"/>
          <a:ext cx="10364451" cy="4676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127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E630259-2E99-42C6-925A-ED71BD9ED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2" name="Rectangle 21">
            <a:extLst>
              <a:ext uri="{FF2B5EF4-FFF2-40B4-BE49-F238E27FC236}">
                <a16:creationId xmlns:a16="http://schemas.microsoft.com/office/drawing/2014/main" id="{CD7ECD05-B4E0-4A46-AE36-17B3B1B2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065" y="0"/>
            <a:ext cx="4059935" cy="6858000"/>
          </a:xfrm>
          <a:prstGeom prst="rect">
            <a:avLst/>
          </a:prstGeom>
          <a:ln>
            <a:noFill/>
          </a:ln>
          <a:effectLst>
            <a:outerShdw blurRad="50800" dist="127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210643E1-7ABA-4C1E-A734-A26C5D704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8132064" y="0"/>
            <a:ext cx="4059936" cy="6858000"/>
          </a:xfrm>
          <a:prstGeom prst="rect">
            <a:avLst/>
          </a:prstGeom>
        </p:spPr>
      </p:pic>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8604069" y="1314449"/>
            <a:ext cx="2979964" cy="4073627"/>
          </a:xfrm>
          <a:noFill/>
        </p:spPr>
        <p:txBody>
          <a:bodyPr>
            <a:normAutofit/>
          </a:bodyPr>
          <a:lstStyle/>
          <a:p>
            <a:r>
              <a:rPr lang="en-US" sz="4000" dirty="0">
                <a:solidFill>
                  <a:schemeClr val="tx1">
                    <a:lumMod val="65000"/>
                    <a:lumOff val="35000"/>
                  </a:schemeClr>
                </a:solidFill>
              </a:rPr>
              <a:t>Git:</a:t>
            </a:r>
            <a:br>
              <a:rPr lang="en-US" sz="4000" dirty="0">
                <a:solidFill>
                  <a:schemeClr val="tx1">
                    <a:lumMod val="65000"/>
                    <a:lumOff val="35000"/>
                  </a:schemeClr>
                </a:solidFill>
              </a:rPr>
            </a:br>
            <a:r>
              <a:rPr lang="en-US" sz="4000" dirty="0">
                <a:solidFill>
                  <a:schemeClr val="tx1">
                    <a:lumMod val="65000"/>
                    <a:lumOff val="35000"/>
                  </a:schemeClr>
                </a:solidFill>
              </a:rPr>
              <a:t>distributed </a:t>
            </a:r>
            <a:r>
              <a:rPr lang="en-US" sz="4000" dirty="0" err="1">
                <a:solidFill>
                  <a:schemeClr val="tx1">
                    <a:lumMod val="65000"/>
                    <a:lumOff val="35000"/>
                  </a:schemeClr>
                </a:solidFill>
              </a:rPr>
              <a:t>vcs</a:t>
            </a:r>
            <a:endParaRPr lang="en-US" sz="4000" dirty="0">
              <a:solidFill>
                <a:schemeClr val="tx1">
                  <a:lumMod val="65000"/>
                  <a:lumOff val="35000"/>
                </a:schemeClr>
              </a:solidFill>
            </a:endParaRPr>
          </a:p>
        </p:txBody>
      </p:sp>
      <p:graphicFrame>
        <p:nvGraphicFramePr>
          <p:cNvPr id="6" name="Content Placeholder 5" descr="Graph">
            <a:extLst>
              <a:ext uri="{FF2B5EF4-FFF2-40B4-BE49-F238E27FC236}">
                <a16:creationId xmlns:a16="http://schemas.microsoft.com/office/drawing/2014/main" id="{4F8339CB-596F-46C7-A612-EA1CB5750EDB}"/>
              </a:ext>
            </a:extLst>
          </p:cNvPr>
          <p:cNvGraphicFramePr>
            <a:graphicFrameLocks noGrp="1"/>
          </p:cNvGraphicFramePr>
          <p:nvPr>
            <p:ph idx="1"/>
            <p:extLst>
              <p:ext uri="{D42A27DB-BD31-4B8C-83A1-F6EECF244321}">
                <p14:modId xmlns:p14="http://schemas.microsoft.com/office/powerpoint/2010/main" val="3392886754"/>
              </p:ext>
            </p:extLst>
          </p:nvPr>
        </p:nvGraphicFramePr>
        <p:xfrm>
          <a:off x="530942" y="442452"/>
          <a:ext cx="7108723" cy="5899354"/>
        </p:xfrm>
        <a:graphic>
          <a:graphicData uri="http://schemas.openxmlformats.org/drawingml/2006/chart">
            <c:chart xmlns:c="http://schemas.openxmlformats.org/drawingml/2006/chart" xmlns:r="http://schemas.openxmlformats.org/officeDocument/2006/relationships" r:id="rId4"/>
          </a:graphicData>
        </a:graphic>
      </p:graphicFrame>
      <p:pic>
        <p:nvPicPr>
          <p:cNvPr id="4" name="Picture 3" descr="A screen shot of a computer&#10;&#10;Description automatically generated with low confidence">
            <a:extLst>
              <a:ext uri="{FF2B5EF4-FFF2-40B4-BE49-F238E27FC236}">
                <a16:creationId xmlns:a16="http://schemas.microsoft.com/office/drawing/2014/main" id="{443B2F6C-E7BC-BAC9-0272-04212236BD5C}"/>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679247" y="4389120"/>
            <a:ext cx="3129575" cy="1761097"/>
          </a:xfrm>
          <a:prstGeom prst="rect">
            <a:avLst/>
          </a:prstGeom>
          <a:ln>
            <a:noFill/>
          </a:ln>
          <a:effectLst>
            <a:softEdge rad="112500"/>
          </a:effectLst>
        </p:spPr>
      </p:pic>
    </p:spTree>
    <p:extLst>
      <p:ext uri="{BB962C8B-B14F-4D97-AF65-F5344CB8AC3E}">
        <p14:creationId xmlns:p14="http://schemas.microsoft.com/office/powerpoint/2010/main" val="2323413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50" name="Rectangle 49">
            <a:extLst>
              <a:ext uri="{FF2B5EF4-FFF2-40B4-BE49-F238E27FC236}">
                <a16:creationId xmlns:a16="http://schemas.microsoft.com/office/drawing/2014/main" id="{2255CADE-DCE0-447F-B290-2AE78E5E5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2" name="Picture 2">
            <a:extLst>
              <a:ext uri="{FF2B5EF4-FFF2-40B4-BE49-F238E27FC236}">
                <a16:creationId xmlns:a16="http://schemas.microsoft.com/office/drawing/2014/main" id="{240987D2-7FAC-4B65-A97B-0EAADE73BB3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30627"/>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Placeholder 5" descr="Science Lab">
            <a:extLst>
              <a:ext uri="{FF2B5EF4-FFF2-40B4-BE49-F238E27FC236}">
                <a16:creationId xmlns:a16="http://schemas.microsoft.com/office/drawing/2014/main" id="{2543122C-30CE-4CD2-B15E-CA20AE39CC4D}"/>
              </a:ext>
            </a:extLst>
          </p:cNvPr>
          <p:cNvPicPr>
            <a:picLocks noGrp="1" noChangeAspect="1"/>
          </p:cNvPicPr>
          <p:nvPr>
            <p:ph type="pic" idx="1"/>
          </p:nvPr>
        </p:nvPicPr>
        <p:blipFill rotWithShape="1">
          <a:blip r:embed="rId5" cstate="email">
            <a:extLst>
              <a:ext uri="{28A0092B-C50C-407E-A947-70E740481C1C}">
                <a14:useLocalDpi xmlns:a14="http://schemas.microsoft.com/office/drawing/2010/main"/>
              </a:ext>
            </a:extLst>
          </a:blip>
          <a:srcRect l="7364" r="2" b="2"/>
          <a:stretch/>
        </p:blipFill>
        <p:spPr>
          <a:xfrm>
            <a:off x="8860" y="10"/>
            <a:ext cx="6924201" cy="6857990"/>
          </a:xfrm>
          <a:prstGeom prst="rect">
            <a:avLst/>
          </a:prstGeom>
        </p:spPr>
      </p:pic>
      <p:sp>
        <p:nvSpPr>
          <p:cNvPr id="54" name="Rectangle 53">
            <a:extLst>
              <a:ext uri="{FF2B5EF4-FFF2-40B4-BE49-F238E27FC236}">
                <a16:creationId xmlns:a16="http://schemas.microsoft.com/office/drawing/2014/main" id="{4245587C-701C-48A1-9B6B-10C3DF81A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3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6" name="Picture 55">
            <a:extLst>
              <a:ext uri="{FF2B5EF4-FFF2-40B4-BE49-F238E27FC236}">
                <a16:creationId xmlns:a16="http://schemas.microsoft.com/office/drawing/2014/main" id="{2E5CF545-7AAF-4A13-8871-089E929E850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8860" y="0"/>
            <a:ext cx="12192000" cy="6858000"/>
          </a:xfrm>
          <a:prstGeom prst="rect">
            <a:avLst/>
          </a:prstGeom>
        </p:spPr>
      </p:pic>
      <p:sp>
        <p:nvSpPr>
          <p:cNvPr id="2" name="Title 1">
            <a:extLst>
              <a:ext uri="{FF2B5EF4-FFF2-40B4-BE49-F238E27FC236}">
                <a16:creationId xmlns:a16="http://schemas.microsoft.com/office/drawing/2014/main" id="{12B77B0A-41A1-428C-897D-2AEE4B4A56BD}"/>
              </a:ext>
            </a:extLst>
          </p:cNvPr>
          <p:cNvSpPr>
            <a:spLocks noGrp="1"/>
          </p:cNvSpPr>
          <p:nvPr>
            <p:ph type="title"/>
          </p:nvPr>
        </p:nvSpPr>
        <p:spPr>
          <a:xfrm>
            <a:off x="7793469" y="731439"/>
            <a:ext cx="3707844" cy="1397000"/>
          </a:xfrm>
        </p:spPr>
        <p:txBody>
          <a:bodyPr vert="horz" lIns="91440" tIns="45720" rIns="91440" bIns="45720" rtlCol="0" anchor="b">
            <a:normAutofit fontScale="90000"/>
          </a:bodyPr>
          <a:lstStyle/>
          <a:p>
            <a:r>
              <a:rPr lang="en-US" sz="4400" dirty="0"/>
              <a:t>Clone project repository</a:t>
            </a:r>
          </a:p>
        </p:txBody>
      </p:sp>
      <p:sp>
        <p:nvSpPr>
          <p:cNvPr id="4" name="Text Placeholder 3">
            <a:extLst>
              <a:ext uri="{FF2B5EF4-FFF2-40B4-BE49-F238E27FC236}">
                <a16:creationId xmlns:a16="http://schemas.microsoft.com/office/drawing/2014/main" id="{038BA689-20E2-4C6E-9788-5A871F3D197B}"/>
              </a:ext>
            </a:extLst>
          </p:cNvPr>
          <p:cNvSpPr>
            <a:spLocks noGrp="1"/>
          </p:cNvSpPr>
          <p:nvPr>
            <p:ph type="body" sz="half" idx="2"/>
          </p:nvPr>
        </p:nvSpPr>
        <p:spPr>
          <a:xfrm>
            <a:off x="7749265" y="4937641"/>
            <a:ext cx="3487479" cy="789172"/>
          </a:xfrm>
        </p:spPr>
        <p:txBody>
          <a:bodyPr vert="horz" lIns="91440" tIns="45720" rIns="91440" bIns="45720" rtlCol="0">
            <a:normAutofit/>
          </a:bodyPr>
          <a:lstStyle/>
          <a:p>
            <a:endParaRPr lang="en-US" sz="2200"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ndParaRPr>
          </a:p>
        </p:txBody>
      </p:sp>
      <p:pic>
        <p:nvPicPr>
          <p:cNvPr id="7" name="Picture 6" descr="A diagram of a cylinder&#10;&#10;Description automatically generated with medium confidence">
            <a:extLst>
              <a:ext uri="{FF2B5EF4-FFF2-40B4-BE49-F238E27FC236}">
                <a16:creationId xmlns:a16="http://schemas.microsoft.com/office/drawing/2014/main" id="{39D90FD6-141D-F34E-D0AD-55076B8AC9AE}"/>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7137762" y="2729251"/>
            <a:ext cx="4930850" cy="18348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84610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useBgFill="1">
        <p:nvSpPr>
          <p:cNvPr id="26" name="Rectangle 25">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
            <a:extLst>
              <a:ext uri="{FF2B5EF4-FFF2-40B4-BE49-F238E27FC236}">
                <a16:creationId xmlns:a16="http://schemas.microsoft.com/office/drawing/2014/main" id="{F5B52056-26AD-4841-8A16-C1D9E3C099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descr="Formula">
            <a:extLst>
              <a:ext uri="{FF2B5EF4-FFF2-40B4-BE49-F238E27FC236}">
                <a16:creationId xmlns:a16="http://schemas.microsoft.com/office/drawing/2014/main" id="{29B78601-F415-4A48-AB86-2F6B81FA9136}"/>
              </a:ext>
            </a:extLst>
          </p:cNvPr>
          <p:cNvPicPr>
            <a:picLocks noGrp="1" noChangeAspect="1"/>
          </p:cNvPicPr>
          <p:nvPr>
            <p:ph sz="quarter" idx="13"/>
          </p:nvPr>
        </p:nvPicPr>
        <p:blipFill rotWithShape="1">
          <a:blip r:embed="rId5" cstate="email">
            <a:extLst>
              <a:ext uri="{28A0092B-C50C-407E-A947-70E740481C1C}">
                <a14:useLocalDpi xmlns:a14="http://schemas.microsoft.com/office/drawing/2010/main"/>
              </a:ext>
            </a:extLst>
          </a:blip>
          <a:srcRect b="-2"/>
          <a:stretch/>
        </p:blipFill>
        <p:spPr>
          <a:xfrm>
            <a:off x="20" y="10"/>
            <a:ext cx="4024741" cy="6857990"/>
          </a:xfrm>
          <a:prstGeom prst="rect">
            <a:avLst/>
          </a:prstGeom>
        </p:spPr>
      </p:pic>
      <p:sp>
        <p:nvSpPr>
          <p:cNvPr id="30" name="Rectangle 29">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58B2B72-EB44-4428-96AA-8636E4A4ADFD}"/>
              </a:ext>
            </a:extLst>
          </p:cNvPr>
          <p:cNvSpPr>
            <a:spLocks noGrp="1"/>
          </p:cNvSpPr>
          <p:nvPr>
            <p:ph type="title"/>
          </p:nvPr>
        </p:nvSpPr>
        <p:spPr>
          <a:xfrm>
            <a:off x="4604714" y="269472"/>
            <a:ext cx="6672886" cy="797328"/>
          </a:xfrm>
        </p:spPr>
        <p:txBody>
          <a:bodyPr vert="horz" lIns="91440" tIns="45720" rIns="91440" bIns="45720" rtlCol="0" anchor="ctr">
            <a:normAutofit/>
          </a:bodyPr>
          <a:lstStyle/>
          <a:p>
            <a:r>
              <a:rPr lang="en-US" sz="4400" dirty="0">
                <a:solidFill>
                  <a:schemeClr val="tx1">
                    <a:lumMod val="65000"/>
                    <a:lumOff val="35000"/>
                  </a:schemeClr>
                </a:solidFill>
              </a:rPr>
              <a:t>Create branches</a:t>
            </a:r>
          </a:p>
        </p:txBody>
      </p:sp>
      <p:graphicFrame>
        <p:nvGraphicFramePr>
          <p:cNvPr id="5" name="Content Placeholder 4">
            <a:extLst>
              <a:ext uri="{FF2B5EF4-FFF2-40B4-BE49-F238E27FC236}">
                <a16:creationId xmlns:a16="http://schemas.microsoft.com/office/drawing/2014/main" id="{0F58A439-9D39-211E-86D0-79FB21707540}"/>
              </a:ext>
            </a:extLst>
          </p:cNvPr>
          <p:cNvGraphicFramePr>
            <a:graphicFrameLocks noGrp="1"/>
          </p:cNvGraphicFramePr>
          <p:nvPr>
            <p:ph sz="quarter" idx="14"/>
            <p:extLst>
              <p:ext uri="{D42A27DB-BD31-4B8C-83A1-F6EECF244321}">
                <p14:modId xmlns:p14="http://schemas.microsoft.com/office/powerpoint/2010/main" val="138845320"/>
              </p:ext>
            </p:extLst>
          </p:nvPr>
        </p:nvGraphicFramePr>
        <p:xfrm>
          <a:off x="6172200" y="2366963"/>
          <a:ext cx="5105400" cy="342423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4" name="Picture 3" descr="A picture containing text, screenshot, diagram, line&#10;&#10;Description automatically generated">
            <a:extLst>
              <a:ext uri="{FF2B5EF4-FFF2-40B4-BE49-F238E27FC236}">
                <a16:creationId xmlns:a16="http://schemas.microsoft.com/office/drawing/2014/main" id="{03311024-6A7D-2483-D709-5AE7EB4FAFC0}"/>
              </a:ext>
            </a:extLst>
          </p:cNvPr>
          <p:cNvPicPr>
            <a:picLocks noChangeAspect="1"/>
          </p:cNvPicPr>
          <p:nvPr/>
        </p:nvPicPr>
        <p:blipFill>
          <a:blip r:embed="rId11">
            <a:extLst>
              <a:ext uri="{BEBA8EAE-BF5A-486C-A8C5-ECC9F3942E4B}">
                <a14:imgProps xmlns:a14="http://schemas.microsoft.com/office/drawing/2010/main">
                  <a14:imgLayer r:embed="rId12">
                    <a14:imgEffect>
                      <a14:backgroundRemoval t="10000" b="90000" l="6979" r="92917">
                        <a14:foregroundMark x1="10729" y1="15972" x2="10729" y2="15972"/>
                        <a14:foregroundMark x1="22500" y1="15139" x2="22500" y2="15139"/>
                        <a14:foregroundMark x1="68125" y1="14028" x2="68125" y2="14028"/>
                        <a14:foregroundMark x1="54896" y1="15278" x2="54896" y2="15278"/>
                        <a14:foregroundMark x1="83542" y1="13056" x2="83542" y2="13056"/>
                        <a14:foregroundMark x1="88333" y1="15417" x2="88333" y2="15417"/>
                        <a14:foregroundMark x1="92917" y1="15556" x2="92917" y2="15556"/>
                        <a14:foregroundMark x1="12708" y1="26250" x2="12708" y2="26250"/>
                        <a14:foregroundMark x1="19792" y1="26806" x2="19792" y2="26806"/>
                        <a14:foregroundMark x1="86250" y1="25556" x2="86250" y2="25556"/>
                        <a14:foregroundMark x1="85000" y1="25278" x2="85000" y2="25278"/>
                        <a14:foregroundMark x1="76875" y1="26528" x2="76875" y2="26528"/>
                        <a14:foregroundMark x1="75521" y1="24444" x2="75521" y2="24444"/>
                        <a14:foregroundMark x1="74375" y1="37361" x2="74375" y2="37361"/>
                        <a14:foregroundMark x1="75313" y1="37778" x2="75313" y2="37778"/>
                        <a14:foregroundMark x1="9479" y1="37361" x2="9479" y2="37361"/>
                        <a14:foregroundMark x1="10313" y1="50972" x2="10313" y2="50972"/>
                        <a14:foregroundMark x1="10208" y1="49306" x2="10208" y2="49306"/>
                        <a14:foregroundMark x1="8438" y1="50000" x2="8438" y2="50000"/>
                        <a14:foregroundMark x1="55625" y1="49028" x2="55625" y2="49028"/>
                        <a14:foregroundMark x1="43438" y1="53056" x2="43438" y2="53056"/>
                        <a14:foregroundMark x1="43125" y1="60556" x2="43125" y2="60556"/>
                        <a14:foregroundMark x1="48958" y1="60556" x2="48958" y2="60556"/>
                        <a14:foregroundMark x1="60000" y1="60417" x2="60000" y2="60417"/>
                        <a14:foregroundMark x1="64271" y1="60694" x2="64271" y2="60694"/>
                        <a14:foregroundMark x1="7708" y1="61250" x2="7708" y2="61250"/>
                        <a14:foregroundMark x1="20000" y1="60833" x2="20000" y2="60833"/>
                        <a14:foregroundMark x1="40521" y1="60833" x2="40521" y2="60833"/>
                        <a14:foregroundMark x1="46354" y1="60833" x2="46354" y2="60833"/>
                        <a14:foregroundMark x1="53333" y1="60694" x2="53333" y2="60694"/>
                        <a14:foregroundMark x1="28125" y1="67639" x2="28125" y2="67639"/>
                        <a14:foregroundMark x1="27917" y1="71806" x2="27917" y2="71806"/>
                        <a14:foregroundMark x1="22396" y1="72917" x2="22396" y2="72917"/>
                        <a14:foregroundMark x1="12083" y1="73194" x2="12083" y2="73194"/>
                        <a14:foregroundMark x1="9792" y1="82639" x2="9792" y2="82639"/>
                        <a14:foregroundMark x1="25208" y1="77083" x2="25208" y2="77083"/>
                        <a14:foregroundMark x1="28854" y1="76389" x2="28854" y2="76389"/>
                        <a14:foregroundMark x1="62083" y1="78333" x2="62083" y2="78333"/>
                        <a14:foregroundMark x1="75313" y1="11528" x2="75313" y2="11528"/>
                        <a14:foregroundMark x1="7500" y1="15556" x2="7500" y2="15556"/>
                        <a14:foregroundMark x1="6979" y1="37222" x2="6979" y2="37222"/>
                        <a14:foregroundMark x1="41563" y1="54028" x2="41563" y2="54028"/>
                        <a14:foregroundMark x1="39375" y1="53472" x2="39375" y2="53472"/>
                        <a14:foregroundMark x1="39479" y1="52500" x2="39479" y2="52500"/>
                        <a14:foregroundMark x1="43854" y1="52500" x2="43854" y2="52500"/>
                        <a14:foregroundMark x1="51771" y1="31806" x2="51771" y2="31806"/>
                        <a14:foregroundMark x1="59583" y1="42500" x2="59583" y2="42500"/>
                        <a14:backgroundMark x1="4792" y1="7639" x2="4792" y2="7639"/>
                        <a14:backgroundMark x1="3021" y1="25694" x2="3021" y2="25694"/>
                        <a14:backgroundMark x1="51042" y1="45417" x2="51042" y2="45417"/>
                        <a14:backgroundMark x1="53646" y1="41528" x2="53646" y2="41528"/>
                        <a14:backgroundMark x1="56042" y1="46250" x2="56042" y2="46250"/>
                        <a14:backgroundMark x1="65833" y1="43889" x2="65833" y2="43889"/>
                        <a14:backgroundMark x1="62813" y1="40556" x2="62813" y2="40556"/>
                        <a14:backgroundMark x1="73438" y1="41667" x2="73438" y2="41667"/>
                        <a14:backgroundMark x1="73438" y1="43472" x2="73438" y2="43472"/>
                        <a14:backgroundMark x1="58021" y1="66528" x2="58021" y2="66528"/>
                        <a14:backgroundMark x1="55729" y1="67778" x2="55729" y2="67778"/>
                        <a14:backgroundMark x1="47188" y1="57083" x2="47188" y2="57083"/>
                        <a14:backgroundMark x1="44896" y1="56667" x2="44896" y2="56667"/>
                        <a14:backgroundMark x1="45521" y1="62917" x2="45521" y2="62917"/>
                        <a14:backgroundMark x1="44792" y1="63889" x2="44792" y2="63889"/>
                        <a14:backgroundMark x1="52604" y1="63472" x2="52604" y2="63472"/>
                        <a14:backgroundMark x1="53438" y1="63333" x2="53438" y2="63333"/>
                        <a14:backgroundMark x1="54479" y1="65000" x2="54479" y2="65000"/>
                        <a14:backgroundMark x1="47708" y1="70417" x2="47708" y2="70417"/>
                        <a14:backgroundMark x1="45208" y1="70694" x2="45208" y2="70694"/>
                        <a14:backgroundMark x1="41875" y1="70000" x2="41875" y2="70000"/>
                        <a14:backgroundMark x1="36771" y1="68889" x2="36771" y2="68889"/>
                        <a14:backgroundMark x1="38438" y1="65694" x2="38438" y2="65694"/>
                        <a14:backgroundMark x1="34167" y1="62361" x2="34167" y2="62361"/>
                        <a14:backgroundMark x1="22917" y1="67500" x2="22917" y2="67500"/>
                        <a14:backgroundMark x1="31875" y1="69583" x2="31875" y2="69583"/>
                        <a14:backgroundMark x1="28646" y1="82778" x2="28646" y2="82778"/>
                        <a14:backgroundMark x1="29271" y1="81806" x2="29271" y2="81806"/>
                      </a14:backgroundRemoval>
                    </a14:imgEffect>
                  </a14:imgLayer>
                </a14:imgProps>
              </a:ext>
              <a:ext uri="{837473B0-CC2E-450A-ABE3-18F120FF3D39}">
                <a1611:picAttrSrcUrl xmlns:a1611="http://schemas.microsoft.com/office/drawing/2016/11/main" r:id="rId13"/>
              </a:ext>
            </a:extLst>
          </a:blip>
          <a:stretch>
            <a:fillRect/>
          </a:stretch>
        </p:blipFill>
        <p:spPr>
          <a:xfrm>
            <a:off x="4604714" y="998148"/>
            <a:ext cx="7255633" cy="5441725"/>
          </a:xfrm>
          <a:prstGeom prst="rect">
            <a:avLst/>
          </a:prstGeom>
        </p:spPr>
      </p:pic>
    </p:spTree>
    <p:extLst>
      <p:ext uri="{BB962C8B-B14F-4D97-AF65-F5344CB8AC3E}">
        <p14:creationId xmlns:p14="http://schemas.microsoft.com/office/powerpoint/2010/main" val="1285594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E630259-2E99-42C6-925A-ED71BD9ED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2" name="Rectangle 21">
            <a:extLst>
              <a:ext uri="{FF2B5EF4-FFF2-40B4-BE49-F238E27FC236}">
                <a16:creationId xmlns:a16="http://schemas.microsoft.com/office/drawing/2014/main" id="{CD7ECD05-B4E0-4A46-AE36-17B3B1B2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065" y="0"/>
            <a:ext cx="4059935" cy="6858000"/>
          </a:xfrm>
          <a:prstGeom prst="rect">
            <a:avLst/>
          </a:prstGeom>
          <a:ln>
            <a:noFill/>
          </a:ln>
          <a:effectLst>
            <a:outerShdw blurRad="50800" dist="127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210643E1-7ABA-4C1E-A734-A26C5D704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8132064" y="0"/>
            <a:ext cx="4059936" cy="6858000"/>
          </a:xfrm>
          <a:prstGeom prst="rect">
            <a:avLst/>
          </a:prstGeom>
        </p:spPr>
      </p:pic>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8604069" y="1314449"/>
            <a:ext cx="2979964" cy="4073627"/>
          </a:xfrm>
          <a:noFill/>
        </p:spPr>
        <p:txBody>
          <a:bodyPr>
            <a:normAutofit/>
          </a:bodyPr>
          <a:lstStyle/>
          <a:p>
            <a:r>
              <a:rPr lang="en-US" sz="4000" dirty="0">
                <a:solidFill>
                  <a:schemeClr val="tx1">
                    <a:lumMod val="65000"/>
                    <a:lumOff val="35000"/>
                  </a:schemeClr>
                </a:solidFill>
              </a:rPr>
              <a:t>Merge Changes</a:t>
            </a:r>
          </a:p>
        </p:txBody>
      </p:sp>
      <p:graphicFrame>
        <p:nvGraphicFramePr>
          <p:cNvPr id="6" name="Content Placeholder 5" descr="Graph">
            <a:extLst>
              <a:ext uri="{FF2B5EF4-FFF2-40B4-BE49-F238E27FC236}">
                <a16:creationId xmlns:a16="http://schemas.microsoft.com/office/drawing/2014/main" id="{4F8339CB-596F-46C7-A612-EA1CB5750EDB}"/>
              </a:ext>
            </a:extLst>
          </p:cNvPr>
          <p:cNvGraphicFramePr>
            <a:graphicFrameLocks noGrp="1"/>
          </p:cNvGraphicFramePr>
          <p:nvPr>
            <p:ph idx="1"/>
            <p:extLst>
              <p:ext uri="{D42A27DB-BD31-4B8C-83A1-F6EECF244321}">
                <p14:modId xmlns:p14="http://schemas.microsoft.com/office/powerpoint/2010/main" val="1189889634"/>
              </p:ext>
            </p:extLst>
          </p:nvPr>
        </p:nvGraphicFramePr>
        <p:xfrm>
          <a:off x="530942" y="442452"/>
          <a:ext cx="7108723" cy="5899354"/>
        </p:xfrm>
        <a:graphic>
          <a:graphicData uri="http://schemas.openxmlformats.org/drawingml/2006/chart">
            <c:chart xmlns:c="http://schemas.openxmlformats.org/drawingml/2006/chart" xmlns:r="http://schemas.openxmlformats.org/officeDocument/2006/relationships" r:id="rId4"/>
          </a:graphicData>
        </a:graphic>
      </p:graphicFrame>
      <p:pic>
        <p:nvPicPr>
          <p:cNvPr id="12" name="Picture 11" descr="A picture containing text, screenshot, font, diagram&#10;&#10;Description automatically generated">
            <a:extLst>
              <a:ext uri="{FF2B5EF4-FFF2-40B4-BE49-F238E27FC236}">
                <a16:creationId xmlns:a16="http://schemas.microsoft.com/office/drawing/2014/main" id="{244FC1CC-466E-BC4F-AC6E-D13A3433F884}"/>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204701" y="2341672"/>
            <a:ext cx="7791401" cy="2129253"/>
          </a:xfrm>
          <a:prstGeom prst="rect">
            <a:avLst/>
          </a:prstGeom>
        </p:spPr>
      </p:pic>
    </p:spTree>
    <p:extLst>
      <p:ext uri="{BB962C8B-B14F-4D97-AF65-F5344CB8AC3E}">
        <p14:creationId xmlns:p14="http://schemas.microsoft.com/office/powerpoint/2010/main" val="3014992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0EF42-9908-E92D-A06B-3E2CB75A129A}"/>
              </a:ext>
            </a:extLst>
          </p:cNvPr>
          <p:cNvSpPr>
            <a:spLocks noGrp="1"/>
          </p:cNvSpPr>
          <p:nvPr>
            <p:ph type="title"/>
          </p:nvPr>
        </p:nvSpPr>
        <p:spPr>
          <a:xfrm>
            <a:off x="913773" y="130837"/>
            <a:ext cx="10364451" cy="1596177"/>
          </a:xfrm>
        </p:spPr>
        <p:txBody>
          <a:bodyPr/>
          <a:lstStyle/>
          <a:p>
            <a:r>
              <a:rPr lang="en-US" dirty="0"/>
              <a:t>Create a PR and code review</a:t>
            </a:r>
          </a:p>
        </p:txBody>
      </p:sp>
      <p:pic>
        <p:nvPicPr>
          <p:cNvPr id="21" name="Picture 20" descr="A picture containing text, clothing, animated cartoon, illustration&#10;&#10;Description automatically generated">
            <a:extLst>
              <a:ext uri="{FF2B5EF4-FFF2-40B4-BE49-F238E27FC236}">
                <a16:creationId xmlns:a16="http://schemas.microsoft.com/office/drawing/2014/main" id="{9E44F917-A919-D823-BBA3-3A676031BB79}"/>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116183" y="1416605"/>
            <a:ext cx="7959633" cy="5150351"/>
          </a:xfrm>
          <a:prstGeom prst="rect">
            <a:avLst/>
          </a:prstGeom>
        </p:spPr>
      </p:pic>
      <p:sp>
        <p:nvSpPr>
          <p:cNvPr id="23" name="Content Placeholder 22">
            <a:extLst>
              <a:ext uri="{FF2B5EF4-FFF2-40B4-BE49-F238E27FC236}">
                <a16:creationId xmlns:a16="http://schemas.microsoft.com/office/drawing/2014/main" id="{DD64AF0B-E66F-9187-05C9-0B57E9BC539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96248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useBgFill="1">
        <p:nvSpPr>
          <p:cNvPr id="26" name="Rectangle 25">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
            <a:extLst>
              <a:ext uri="{FF2B5EF4-FFF2-40B4-BE49-F238E27FC236}">
                <a16:creationId xmlns:a16="http://schemas.microsoft.com/office/drawing/2014/main" id="{F5B52056-26AD-4841-8A16-C1D9E3C0993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descr="Formula">
            <a:extLst>
              <a:ext uri="{FF2B5EF4-FFF2-40B4-BE49-F238E27FC236}">
                <a16:creationId xmlns:a16="http://schemas.microsoft.com/office/drawing/2014/main" id="{29B78601-F415-4A48-AB86-2F6B81FA9136}"/>
              </a:ext>
            </a:extLst>
          </p:cNvPr>
          <p:cNvPicPr>
            <a:picLocks noGrp="1" noChangeAspect="1"/>
          </p:cNvPicPr>
          <p:nvPr>
            <p:ph sz="quarter" idx="13"/>
          </p:nvPr>
        </p:nvPicPr>
        <p:blipFill rotWithShape="1">
          <a:blip r:embed="rId5" cstate="email">
            <a:extLst>
              <a:ext uri="{28A0092B-C50C-407E-A947-70E740481C1C}">
                <a14:useLocalDpi xmlns:a14="http://schemas.microsoft.com/office/drawing/2010/main"/>
              </a:ext>
            </a:extLst>
          </a:blip>
          <a:srcRect b="-2"/>
          <a:stretch/>
        </p:blipFill>
        <p:spPr>
          <a:xfrm>
            <a:off x="20" y="10"/>
            <a:ext cx="4024741" cy="6857990"/>
          </a:xfrm>
          <a:prstGeom prst="rect">
            <a:avLst/>
          </a:prstGeom>
        </p:spPr>
      </p:pic>
      <p:sp>
        <p:nvSpPr>
          <p:cNvPr id="30" name="Rectangle 29">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58B2B72-EB44-4428-96AA-8636E4A4ADFD}"/>
              </a:ext>
            </a:extLst>
          </p:cNvPr>
          <p:cNvSpPr>
            <a:spLocks noGrp="1"/>
          </p:cNvSpPr>
          <p:nvPr>
            <p:ph type="title"/>
          </p:nvPr>
        </p:nvSpPr>
        <p:spPr>
          <a:xfrm>
            <a:off x="4713059" y="901499"/>
            <a:ext cx="6672886" cy="797328"/>
          </a:xfrm>
        </p:spPr>
        <p:txBody>
          <a:bodyPr vert="horz" lIns="91440" tIns="45720" rIns="91440" bIns="45720" rtlCol="0" anchor="ctr">
            <a:normAutofit fontScale="90000"/>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Collaboration and Branching in Git/GitHub</a:t>
            </a:r>
            <a:endParaRPr lang="en-US" sz="4400" dirty="0">
              <a:solidFill>
                <a:schemeClr val="tx1">
                  <a:lumMod val="65000"/>
                  <a:lumOff val="35000"/>
                </a:schemeClr>
              </a:solidFill>
            </a:endParaRPr>
          </a:p>
        </p:txBody>
      </p:sp>
      <p:graphicFrame>
        <p:nvGraphicFramePr>
          <p:cNvPr id="5" name="Content Placeholder 4">
            <a:extLst>
              <a:ext uri="{FF2B5EF4-FFF2-40B4-BE49-F238E27FC236}">
                <a16:creationId xmlns:a16="http://schemas.microsoft.com/office/drawing/2014/main" id="{0F58A439-9D39-211E-86D0-79FB21707540}"/>
              </a:ext>
            </a:extLst>
          </p:cNvPr>
          <p:cNvGraphicFramePr>
            <a:graphicFrameLocks noGrp="1"/>
          </p:cNvGraphicFramePr>
          <p:nvPr>
            <p:ph sz="quarter" idx="14"/>
            <p:extLst>
              <p:ext uri="{D42A27DB-BD31-4B8C-83A1-F6EECF244321}">
                <p14:modId xmlns:p14="http://schemas.microsoft.com/office/powerpoint/2010/main" val="2765752577"/>
              </p:ext>
            </p:extLst>
          </p:nvPr>
        </p:nvGraphicFramePr>
        <p:xfrm>
          <a:off x="6172200" y="2366963"/>
          <a:ext cx="5105400" cy="342423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7" name="Picture 6" descr="A group of people around a computer&#10;&#10;Description automatically generated with low confidence">
            <a:extLst>
              <a:ext uri="{FF2B5EF4-FFF2-40B4-BE49-F238E27FC236}">
                <a16:creationId xmlns:a16="http://schemas.microsoft.com/office/drawing/2014/main" id="{8DBFDACF-D9C5-D2CC-20D9-4905453EF3D4}"/>
              </a:ext>
            </a:extLst>
          </p:cNvPr>
          <p:cNvPicPr>
            <a:picLocks noChangeAspect="1"/>
          </p:cNvPicPr>
          <p:nvPr/>
        </p:nvPicPr>
        <p:blipFill>
          <a:blip r:embed="rId11">
            <a:extLst>
              <a:ext uri="{837473B0-CC2E-450A-ABE3-18F120FF3D39}">
                <a1611:picAttrSrcUrl xmlns:a1611="http://schemas.microsoft.com/office/drawing/2016/11/main" r:id="rId12"/>
              </a:ext>
            </a:extLst>
          </a:blip>
          <a:stretch>
            <a:fillRect/>
          </a:stretch>
        </p:blipFill>
        <p:spPr>
          <a:xfrm>
            <a:off x="5496802" y="1862818"/>
            <a:ext cx="5105400" cy="382905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665547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E630259-2E99-42C6-925A-ED71BD9ED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2" name="Rectangle 21">
            <a:extLst>
              <a:ext uri="{FF2B5EF4-FFF2-40B4-BE49-F238E27FC236}">
                <a16:creationId xmlns:a16="http://schemas.microsoft.com/office/drawing/2014/main" id="{CD7ECD05-B4E0-4A46-AE36-17B3B1B20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32065" y="0"/>
            <a:ext cx="4059935" cy="6858000"/>
          </a:xfrm>
          <a:prstGeom prst="rect">
            <a:avLst/>
          </a:prstGeom>
          <a:ln>
            <a:noFill/>
          </a:ln>
          <a:effectLst>
            <a:outerShdw blurRad="50800" dist="12700" dir="10800000" algn="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210643E1-7ABA-4C1E-A734-A26C5D7041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cstate="email">
            <a:extLst>
              <a:ext uri="{28A0092B-C50C-407E-A947-70E740481C1C}">
                <a14:useLocalDpi xmlns:a14="http://schemas.microsoft.com/office/drawing/2010/main"/>
              </a:ext>
            </a:extLst>
          </a:blip>
          <a:srcRect/>
          <a:stretch/>
        </p:blipFill>
        <p:spPr>
          <a:xfrm>
            <a:off x="8132064" y="0"/>
            <a:ext cx="4059936" cy="6858000"/>
          </a:xfrm>
          <a:prstGeom prst="rect">
            <a:avLst/>
          </a:prstGeom>
        </p:spPr>
      </p:pic>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8569235" y="1410789"/>
            <a:ext cx="2979964" cy="2331367"/>
          </a:xfrm>
          <a:noFill/>
        </p:spPr>
        <p:txBody>
          <a:bodyPr>
            <a:normAutofit/>
          </a:bodyPr>
          <a:lstStyle/>
          <a:p>
            <a:r>
              <a:rPr lang="en-US" sz="2800" dirty="0">
                <a:solidFill>
                  <a:schemeClr val="tx1">
                    <a:lumMod val="65000"/>
                    <a:lumOff val="35000"/>
                  </a:schemeClr>
                </a:solidFill>
              </a:rPr>
              <a:t>Benefits of branching and collaboration in github</a:t>
            </a:r>
          </a:p>
        </p:txBody>
      </p:sp>
      <p:graphicFrame>
        <p:nvGraphicFramePr>
          <p:cNvPr id="9" name="Content Placeholder 8">
            <a:extLst>
              <a:ext uri="{FF2B5EF4-FFF2-40B4-BE49-F238E27FC236}">
                <a16:creationId xmlns:a16="http://schemas.microsoft.com/office/drawing/2014/main" id="{F9E2DC22-96FA-908A-A74C-3BF70BD3D8C2}"/>
              </a:ext>
            </a:extLst>
          </p:cNvPr>
          <p:cNvGraphicFramePr>
            <a:graphicFrameLocks noGrp="1"/>
          </p:cNvGraphicFramePr>
          <p:nvPr>
            <p:ph idx="1"/>
            <p:extLst>
              <p:ext uri="{D42A27DB-BD31-4B8C-83A1-F6EECF244321}">
                <p14:modId xmlns:p14="http://schemas.microsoft.com/office/powerpoint/2010/main" val="3064528493"/>
              </p:ext>
            </p:extLst>
          </p:nvPr>
        </p:nvGraphicFramePr>
        <p:xfrm>
          <a:off x="-1375954" y="627017"/>
          <a:ext cx="10363200" cy="51380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73842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A391C69-E52F-4DC0-B51A-0DABC5484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2">
            <a:extLst>
              <a:ext uri="{FF2B5EF4-FFF2-40B4-BE49-F238E27FC236}">
                <a16:creationId xmlns:a16="http://schemas.microsoft.com/office/drawing/2014/main" id="{C3C7ED6A-DE7F-4002-9699-B659DE5512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cstate="email">
            <a:alphaModFix/>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048390FD-448E-4FF2-AEE8-C46960568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59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Petri Dish">
            <a:extLst>
              <a:ext uri="{FF2B5EF4-FFF2-40B4-BE49-F238E27FC236}">
                <a16:creationId xmlns:a16="http://schemas.microsoft.com/office/drawing/2014/main" id="{D16B27C4-A9C2-4AC4-9DD3-88F63F48E83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7357274" y="10"/>
            <a:ext cx="4834726" cy="6857990"/>
          </a:xfrm>
          <a:prstGeom prst="rect">
            <a:avLst/>
          </a:prstGeom>
        </p:spPr>
      </p:pic>
      <p:pic>
        <p:nvPicPr>
          <p:cNvPr id="16" name="Picture 15">
            <a:extLst>
              <a:ext uri="{FF2B5EF4-FFF2-40B4-BE49-F238E27FC236}">
                <a16:creationId xmlns:a16="http://schemas.microsoft.com/office/drawing/2014/main" id="{0BD259F2-A289-4420-B3EB-BBC6A904FC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BE7596B-F237-47DD-989E-9D8B0B49B4BB}"/>
              </a:ext>
            </a:extLst>
          </p:cNvPr>
          <p:cNvSpPr>
            <a:spLocks noGrp="1"/>
          </p:cNvSpPr>
          <p:nvPr>
            <p:ph type="ctrTitle"/>
          </p:nvPr>
        </p:nvSpPr>
        <p:spPr>
          <a:xfrm>
            <a:off x="981075" y="1358901"/>
            <a:ext cx="5280026" cy="2730498"/>
          </a:xfrm>
        </p:spPr>
        <p:txBody>
          <a:bodyPr>
            <a:normAutofit/>
          </a:bodyPr>
          <a:lstStyle/>
          <a:p>
            <a:endParaRPr lang="en-US" dirty="0">
              <a:solidFill>
                <a:schemeClr val="tx1">
                  <a:lumMod val="65000"/>
                  <a:lumOff val="35000"/>
                </a:schemeClr>
              </a:solidFill>
            </a:endParaRPr>
          </a:p>
        </p:txBody>
      </p:sp>
      <p:sp>
        <p:nvSpPr>
          <p:cNvPr id="3" name="Subtitle 2">
            <a:extLst>
              <a:ext uri="{FF2B5EF4-FFF2-40B4-BE49-F238E27FC236}">
                <a16:creationId xmlns:a16="http://schemas.microsoft.com/office/drawing/2014/main" id="{6063915B-82A1-4F1C-B5C6-3E18DDD97232}"/>
              </a:ext>
            </a:extLst>
          </p:cNvPr>
          <p:cNvSpPr>
            <a:spLocks noGrp="1"/>
          </p:cNvSpPr>
          <p:nvPr>
            <p:ph type="subTitle" idx="1"/>
          </p:nvPr>
        </p:nvSpPr>
        <p:spPr>
          <a:xfrm>
            <a:off x="981075" y="4165600"/>
            <a:ext cx="5280027" cy="1371599"/>
          </a:xfrm>
        </p:spPr>
        <p:txBody>
          <a:bodyPr>
            <a:normAutofit/>
          </a:bodyPr>
          <a:lstStyle/>
          <a:p>
            <a:endParaRPr lang="en-US" dirty="0"/>
          </a:p>
        </p:txBody>
      </p:sp>
      <p:pic>
        <p:nvPicPr>
          <p:cNvPr id="6" name="Picture 5" descr="A close-up of a sign&#10;&#10;Description automatically generated">
            <a:extLst>
              <a:ext uri="{FF2B5EF4-FFF2-40B4-BE49-F238E27FC236}">
                <a16:creationId xmlns:a16="http://schemas.microsoft.com/office/drawing/2014/main" id="{D61CC09A-3646-BFB5-C70C-29030AF8EB2C}"/>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510542" y="1358901"/>
            <a:ext cx="5750559" cy="4312919"/>
          </a:xfrm>
          <a:prstGeom prst="rect">
            <a:avLst/>
          </a:prstGeom>
        </p:spPr>
      </p:pic>
      <p:sp>
        <p:nvSpPr>
          <p:cNvPr id="7" name="TextBox 6">
            <a:extLst>
              <a:ext uri="{FF2B5EF4-FFF2-40B4-BE49-F238E27FC236}">
                <a16:creationId xmlns:a16="http://schemas.microsoft.com/office/drawing/2014/main" id="{30E8CBE2-6AF3-28D9-37C5-54A7048D1C39}"/>
              </a:ext>
            </a:extLst>
          </p:cNvPr>
          <p:cNvSpPr txBox="1"/>
          <p:nvPr/>
        </p:nvSpPr>
        <p:spPr>
          <a:xfrm>
            <a:off x="1797516" y="7452808"/>
            <a:ext cx="4507987" cy="230832"/>
          </a:xfrm>
          <a:prstGeom prst="rect">
            <a:avLst/>
          </a:prstGeom>
          <a:noFill/>
        </p:spPr>
        <p:txBody>
          <a:bodyPr wrap="square" rtlCol="0">
            <a:spAutoFit/>
          </a:bodyPr>
          <a:lstStyle/>
          <a:p>
            <a:r>
              <a:rPr lang="en-US" sz="900">
                <a:hlinkClick r:id="rId7" tooltip="https://www.flickr.com/photos/smemon/5982116039"/>
              </a:rPr>
              <a:t>This Photo</a:t>
            </a:r>
            <a:r>
              <a:rPr lang="en-US" sz="900"/>
              <a:t> by Unknown Author is licensed under </a:t>
            </a:r>
            <a:r>
              <a:rPr lang="en-US" sz="900">
                <a:hlinkClick r:id="rId8" tooltip="https://creativecommons.org/licenses/by/3.0/"/>
              </a:rPr>
              <a:t>CC BY</a:t>
            </a:r>
            <a:endParaRPr lang="en-US" sz="900"/>
          </a:p>
        </p:txBody>
      </p:sp>
    </p:spTree>
    <p:extLst>
      <p:ext uri="{BB962C8B-B14F-4D97-AF65-F5344CB8AC3E}">
        <p14:creationId xmlns:p14="http://schemas.microsoft.com/office/powerpoint/2010/main" val="4182652537"/>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dc3ba91-f529-4ff7-b869-d9daab1a7a1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2FBE97D786B9448C4411B28752457E" ma:contentTypeVersion="3" ma:contentTypeDescription="Create a new document." ma:contentTypeScope="" ma:versionID="9d313e3a5417fab4662d75062b949f1f">
  <xsd:schema xmlns:xsd="http://www.w3.org/2001/XMLSchema" xmlns:xs="http://www.w3.org/2001/XMLSchema" xmlns:p="http://schemas.microsoft.com/office/2006/metadata/properties" xmlns:ns3="edc3ba91-f529-4ff7-b869-d9daab1a7a14" targetNamespace="http://schemas.microsoft.com/office/2006/metadata/properties" ma:root="true" ma:fieldsID="0fd7b0bd2951e79bea3517023dbf4113" ns3:_="">
    <xsd:import namespace="edc3ba91-f529-4ff7-b869-d9daab1a7a14"/>
    <xsd:element name="properties">
      <xsd:complexType>
        <xsd:sequence>
          <xsd:element name="documentManagement">
            <xsd:complexType>
              <xsd:all>
                <xsd:element ref="ns3:MediaServiceMetadata" minOccurs="0"/>
                <xsd:element ref="ns3:MediaServiceFastMetadata"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3ba91-f529-4ff7-b869-d9daab1a7a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BA7D41-7EBD-45D7-AFB8-22EF4BFA6BA2}">
  <ds:schemaRefs>
    <ds:schemaRef ds:uri="http://schemas.microsoft.com/office/2006/documentManagement/types"/>
    <ds:schemaRef ds:uri="http://schemas.microsoft.com/office/2006/metadata/properties"/>
    <ds:schemaRef ds:uri="http://purl.org/dc/elements/1.1/"/>
    <ds:schemaRef ds:uri="http://purl.org/dc/terms/"/>
    <ds:schemaRef ds:uri="http://schemas.openxmlformats.org/package/2006/metadata/core-properties"/>
    <ds:schemaRef ds:uri="http://www.w3.org/XML/1998/namespace"/>
    <ds:schemaRef ds:uri="http://schemas.microsoft.com/office/infopath/2007/PartnerControls"/>
    <ds:schemaRef ds:uri="http://purl.org/dc/dcmitype/"/>
    <ds:schemaRef ds:uri="edc3ba91-f529-4ff7-b869-d9daab1a7a14"/>
  </ds:schemaRefs>
</ds:datastoreItem>
</file>

<file path=customXml/itemProps2.xml><?xml version="1.0" encoding="utf-8"?>
<ds:datastoreItem xmlns:ds="http://schemas.openxmlformats.org/officeDocument/2006/customXml" ds:itemID="{19C9275B-1E7E-409A-9467-302622C468D2}">
  <ds:schemaRefs>
    <ds:schemaRef ds:uri="http://schemas.microsoft.com/sharepoint/v3/contenttype/forms"/>
  </ds:schemaRefs>
</ds:datastoreItem>
</file>

<file path=customXml/itemProps3.xml><?xml version="1.0" encoding="utf-8"?>
<ds:datastoreItem xmlns:ds="http://schemas.openxmlformats.org/officeDocument/2006/customXml" ds:itemID="{5DE76A48-0713-4706-BB61-4B5FDF04F5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c3ba91-f529-4ff7-b869-d9daab1a7a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{8ABD3D96-D0A7-4956-8C91-05DDD649C43D}tf33443810_win32</Template>
  <TotalTime>310</TotalTime>
  <Words>1793</Words>
  <Application>Microsoft Office PowerPoint</Application>
  <PresentationFormat>Widescreen</PresentationFormat>
  <Paragraphs>124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Tw Cen MT</vt:lpstr>
      <vt:lpstr>Droplet</vt:lpstr>
      <vt:lpstr>Beyond  SVN:</vt:lpstr>
      <vt:lpstr>PowerPoint Presentation</vt:lpstr>
      <vt:lpstr>PowerPoint Presentation</vt:lpstr>
      <vt:lpstr>Version Control</vt:lpstr>
      <vt:lpstr>Git based VCS</vt:lpstr>
      <vt:lpstr>SVN: Centralized vcs</vt:lpstr>
      <vt:lpstr>Challenges of svn</vt:lpstr>
      <vt:lpstr>SVN Workflow</vt:lpstr>
      <vt:lpstr>Git: distributed vcs</vt:lpstr>
      <vt:lpstr>Clone project repository</vt:lpstr>
      <vt:lpstr>Create branches</vt:lpstr>
      <vt:lpstr>Merge Changes</vt:lpstr>
      <vt:lpstr>Create a PR and code review</vt:lpstr>
      <vt:lpstr>Collaboration and Branching in Git/GitHub</vt:lpstr>
      <vt:lpstr>Benefits of branching and collaboration in github</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SVN:</dc:title>
  <dc:creator>Christopher Deo</dc:creator>
  <cp:lastModifiedBy>Christopher Deo</cp:lastModifiedBy>
  <cp:revision>2</cp:revision>
  <dcterms:created xsi:type="dcterms:W3CDTF">2023-06-09T15:36:27Z</dcterms:created>
  <dcterms:modified xsi:type="dcterms:W3CDTF">2023-06-09T20:47:06Z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0x010100CC2FBE97D786B9448C4411B28752457E</vt:lpwstr>
  </property>
</Properties>
</file>